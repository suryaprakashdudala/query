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7" r:id="rId4"/>
    <p:sldMasterId id="2147483850" r:id="rId5"/>
  </p:sldMasterIdLst>
  <p:notesMasterIdLst>
    <p:notesMasterId r:id="rId9"/>
  </p:notesMasterIdLst>
  <p:handoutMasterIdLst>
    <p:handoutMasterId r:id="rId10"/>
  </p:handoutMasterIdLst>
  <p:sldIdLst>
    <p:sldId id="277" r:id="rId6"/>
    <p:sldId id="460" r:id="rId7"/>
    <p:sldId id="1881839143" r:id="rId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682">
          <p15:clr>
            <a:srgbClr val="A4A3A4"/>
          </p15:clr>
        </p15:guide>
        <p15:guide id="3" orient="horz" pos="888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127">
          <p15:clr>
            <a:srgbClr val="A4A3A4"/>
          </p15:clr>
        </p15:guide>
        <p15:guide id="6" orient="horz" pos="4319">
          <p15:clr>
            <a:srgbClr val="A4A3A4"/>
          </p15:clr>
        </p15:guide>
        <p15:guide id="7" orient="horz" pos="4200" userDrawn="1">
          <p15:clr>
            <a:srgbClr val="A4A3A4"/>
          </p15:clr>
        </p15:guide>
        <p15:guide id="8" pos="2886">
          <p15:clr>
            <a:srgbClr val="A4A3A4"/>
          </p15:clr>
        </p15:guide>
        <p15:guide id="9" pos="286">
          <p15:clr>
            <a:srgbClr val="A4A3A4"/>
          </p15:clr>
        </p15:guide>
        <p15:guide id="10" pos="5496" userDrawn="1">
          <p15:clr>
            <a:srgbClr val="A4A3A4"/>
          </p15:clr>
        </p15:guide>
        <p15:guide id="11" pos="2928" userDrawn="1">
          <p15:clr>
            <a:srgbClr val="A4A3A4"/>
          </p15:clr>
        </p15:guide>
        <p15:guide id="12" pos="28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05A4BDF-11BB-8FBA-E4C8-71548D9BD2C2}" name="Shubhra Bar" initials="SB" userId="S::Shubhra.Bar1@ca.ey.com::2d3520b5-411c-4461-8d91-6156361916d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0" clrIdx="1"/>
  <p:cmAuthor id="3" name="Andrew H Li" initials="AHL" lastIdx="2" clrIdx="2">
    <p:extLst>
      <p:ext uri="{19B8F6BF-5375-455C-9EA6-DF929625EA0E}">
        <p15:presenceInfo xmlns:p15="http://schemas.microsoft.com/office/powerpoint/2012/main" userId="S::Andrew.H.Li@ey.com::37bcf149-ff74-46db-b2c3-4e7b2aeabab3" providerId="AD"/>
      </p:ext>
    </p:extLst>
  </p:cmAuthor>
  <p:cmAuthor id="4" name="Ram Pawar" initials="RP" lastIdx="5" clrIdx="3">
    <p:extLst>
      <p:ext uri="{19B8F6BF-5375-455C-9EA6-DF929625EA0E}">
        <p15:presenceInfo xmlns:p15="http://schemas.microsoft.com/office/powerpoint/2012/main" userId="S::Ramchandra.Pawar@ey.com::26460e6a-c3cf-4580-be1c-998696500359" providerId="AD"/>
      </p:ext>
    </p:extLst>
  </p:cmAuthor>
  <p:cmAuthor id="5" name="Amrin Jafferi" initials="AJ" lastIdx="3" clrIdx="4">
    <p:extLst>
      <p:ext uri="{19B8F6BF-5375-455C-9EA6-DF929625EA0E}">
        <p15:presenceInfo xmlns:p15="http://schemas.microsoft.com/office/powerpoint/2012/main" userId="S::Amrin.Jafferi@ey.com::16c6f84a-99b2-42bb-9e32-1b2aaa781752" providerId="AD"/>
      </p:ext>
    </p:extLst>
  </p:cmAuthor>
  <p:cmAuthor id="6" name="Julia M Baterina" initials="JB" lastIdx="2" clrIdx="5">
    <p:extLst>
      <p:ext uri="{19B8F6BF-5375-455C-9EA6-DF929625EA0E}">
        <p15:presenceInfo xmlns:p15="http://schemas.microsoft.com/office/powerpoint/2012/main" userId="S::julia.baterina@ey.com::e04184a4-192f-4918-a9ab-d1a888b9e64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60066"/>
    <a:srgbClr val="2E2E38"/>
    <a:srgbClr val="262626"/>
    <a:srgbClr val="000000"/>
    <a:srgbClr val="C4C4CD"/>
    <a:srgbClr val="747480"/>
    <a:srgbClr val="FFE600"/>
    <a:srgbClr val="333333"/>
    <a:srgbClr val="DEB9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19D3E-700D-4059-A2B9-1E9F423DB6BD}" v="5" dt="2024-07-09T19:22:15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2160"/>
        <p:guide orient="horz" pos="682"/>
        <p:guide orient="horz" pos="888"/>
        <p:guide orient="horz" pos="3861"/>
        <p:guide orient="horz" pos="127"/>
        <p:guide orient="horz" pos="4319"/>
        <p:guide orient="horz" pos="4200"/>
        <p:guide pos="2886"/>
        <p:guide pos="286"/>
        <p:guide pos="5496"/>
        <p:guide pos="2928"/>
        <p:guide pos="28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Faizal" userId="a852ac21-4959-421d-ae8c-fdf22f0e9df2" providerId="ADAL" clId="{42319D3E-700D-4059-A2B9-1E9F423DB6BD}"/>
    <pc:docChg chg="undo redo custSel addSld delSld modSld">
      <pc:chgData name="Mohamed Faizal" userId="a852ac21-4959-421d-ae8c-fdf22f0e9df2" providerId="ADAL" clId="{42319D3E-700D-4059-A2B9-1E9F423DB6BD}" dt="2024-07-18T17:55:28.519" v="1110" actId="404"/>
      <pc:docMkLst>
        <pc:docMk/>
      </pc:docMkLst>
      <pc:sldChg chg="delSp modSp mod">
        <pc:chgData name="Mohamed Faizal" userId="a852ac21-4959-421d-ae8c-fdf22f0e9df2" providerId="ADAL" clId="{42319D3E-700D-4059-A2B9-1E9F423DB6BD}" dt="2024-07-09T18:25:18.307" v="15" actId="478"/>
        <pc:sldMkLst>
          <pc:docMk/>
          <pc:sldMk cId="1242318111" sldId="277"/>
        </pc:sldMkLst>
        <pc:spChg chg="mod">
          <ac:chgData name="Mohamed Faizal" userId="a852ac21-4959-421d-ae8c-fdf22f0e9df2" providerId="ADAL" clId="{42319D3E-700D-4059-A2B9-1E9F423DB6BD}" dt="2024-07-09T18:25:05.573" v="13" actId="20577"/>
          <ac:spMkLst>
            <pc:docMk/>
            <pc:sldMk cId="1242318111" sldId="277"/>
            <ac:spMk id="16" creationId="{00000000-0000-0000-0000-000000000000}"/>
          </ac:spMkLst>
        </pc:spChg>
        <pc:spChg chg="del mod">
          <ac:chgData name="Mohamed Faizal" userId="a852ac21-4959-421d-ae8c-fdf22f0e9df2" providerId="ADAL" clId="{42319D3E-700D-4059-A2B9-1E9F423DB6BD}" dt="2024-07-09T18:25:18.307" v="15" actId="478"/>
          <ac:spMkLst>
            <pc:docMk/>
            <pc:sldMk cId="1242318111" sldId="277"/>
            <ac:spMk id="17" creationId="{00000000-0000-0000-0000-000000000000}"/>
          </ac:spMkLst>
        </pc:spChg>
      </pc:sldChg>
      <pc:sldChg chg="del">
        <pc:chgData name="Mohamed Faizal" userId="a852ac21-4959-421d-ae8c-fdf22f0e9df2" providerId="ADAL" clId="{42319D3E-700D-4059-A2B9-1E9F423DB6BD}" dt="2024-07-09T18:35:31.062" v="71" actId="47"/>
        <pc:sldMkLst>
          <pc:docMk/>
          <pc:sldMk cId="1460562973" sldId="304"/>
        </pc:sldMkLst>
      </pc:sldChg>
      <pc:sldChg chg="del">
        <pc:chgData name="Mohamed Faizal" userId="a852ac21-4959-421d-ae8c-fdf22f0e9df2" providerId="ADAL" clId="{42319D3E-700D-4059-A2B9-1E9F423DB6BD}" dt="2024-07-09T18:35:31.650" v="72" actId="47"/>
        <pc:sldMkLst>
          <pc:docMk/>
          <pc:sldMk cId="1100152964" sldId="311"/>
        </pc:sldMkLst>
      </pc:sldChg>
      <pc:sldChg chg="del">
        <pc:chgData name="Mohamed Faizal" userId="a852ac21-4959-421d-ae8c-fdf22f0e9df2" providerId="ADAL" clId="{42319D3E-700D-4059-A2B9-1E9F423DB6BD}" dt="2024-07-09T18:35:32.144" v="73" actId="47"/>
        <pc:sldMkLst>
          <pc:docMk/>
          <pc:sldMk cId="3815265457" sldId="313"/>
        </pc:sldMkLst>
      </pc:sldChg>
      <pc:sldChg chg="del">
        <pc:chgData name="Mohamed Faizal" userId="a852ac21-4959-421d-ae8c-fdf22f0e9df2" providerId="ADAL" clId="{42319D3E-700D-4059-A2B9-1E9F423DB6BD}" dt="2024-07-09T18:35:33.758" v="75" actId="47"/>
        <pc:sldMkLst>
          <pc:docMk/>
          <pc:sldMk cId="2811621097" sldId="457"/>
        </pc:sldMkLst>
      </pc:sldChg>
      <pc:sldChg chg="addSp modSp mod">
        <pc:chgData name="Mohamed Faizal" userId="a852ac21-4959-421d-ae8c-fdf22f0e9df2" providerId="ADAL" clId="{42319D3E-700D-4059-A2B9-1E9F423DB6BD}" dt="2024-07-10T17:53:41.438" v="986" actId="313"/>
        <pc:sldMkLst>
          <pc:docMk/>
          <pc:sldMk cId="2325364296" sldId="460"/>
        </pc:sldMkLst>
        <pc:spChg chg="mod">
          <ac:chgData name="Mohamed Faizal" userId="a852ac21-4959-421d-ae8c-fdf22f0e9df2" providerId="ADAL" clId="{42319D3E-700D-4059-A2B9-1E9F423DB6BD}" dt="2024-07-09T19:28:53.396" v="507" actId="1076"/>
          <ac:spMkLst>
            <pc:docMk/>
            <pc:sldMk cId="2325364296" sldId="460"/>
            <ac:spMk id="2" creationId="{8191511E-6C41-4B0F-83A3-5F979449D39C}"/>
          </ac:spMkLst>
        </pc:spChg>
        <pc:spChg chg="add">
          <ac:chgData name="Mohamed Faizal" userId="a852ac21-4959-421d-ae8c-fdf22f0e9df2" providerId="ADAL" clId="{42319D3E-700D-4059-A2B9-1E9F423DB6BD}" dt="2024-07-09T18:31:28.100" v="40"/>
          <ac:spMkLst>
            <pc:docMk/>
            <pc:sldMk cId="2325364296" sldId="460"/>
            <ac:spMk id="4" creationId="{7947B614-2565-8020-7FE9-829F0A447AA9}"/>
          </ac:spMkLst>
        </pc:spChg>
        <pc:spChg chg="mod">
          <ac:chgData name="Mohamed Faizal" userId="a852ac21-4959-421d-ae8c-fdf22f0e9df2" providerId="ADAL" clId="{42319D3E-700D-4059-A2B9-1E9F423DB6BD}" dt="2024-07-10T17:53:41.438" v="986" actId="313"/>
          <ac:spMkLst>
            <pc:docMk/>
            <pc:sldMk cId="2325364296" sldId="460"/>
            <ac:spMk id="6" creationId="{7836BBA7-ECBD-43FE-BD24-DF254C207E8B}"/>
          </ac:spMkLst>
        </pc:spChg>
        <pc:spChg chg="add">
          <ac:chgData name="Mohamed Faizal" userId="a852ac21-4959-421d-ae8c-fdf22f0e9df2" providerId="ADAL" clId="{42319D3E-700D-4059-A2B9-1E9F423DB6BD}" dt="2024-07-09T18:31:28.100" v="40"/>
          <ac:spMkLst>
            <pc:docMk/>
            <pc:sldMk cId="2325364296" sldId="460"/>
            <ac:spMk id="7" creationId="{766CF103-40CC-7777-7B2B-1B561EE3D7D1}"/>
          </ac:spMkLst>
        </pc:spChg>
        <pc:spChg chg="add">
          <ac:chgData name="Mohamed Faizal" userId="a852ac21-4959-421d-ae8c-fdf22f0e9df2" providerId="ADAL" clId="{42319D3E-700D-4059-A2B9-1E9F423DB6BD}" dt="2024-07-09T18:31:28.100" v="40"/>
          <ac:spMkLst>
            <pc:docMk/>
            <pc:sldMk cId="2325364296" sldId="460"/>
            <ac:spMk id="8" creationId="{E6C0470C-7EDD-3120-2009-DB59A9135577}"/>
          </ac:spMkLst>
        </pc:spChg>
        <pc:spChg chg="add">
          <ac:chgData name="Mohamed Faizal" userId="a852ac21-4959-421d-ae8c-fdf22f0e9df2" providerId="ADAL" clId="{42319D3E-700D-4059-A2B9-1E9F423DB6BD}" dt="2024-07-09T18:31:28.100" v="40"/>
          <ac:spMkLst>
            <pc:docMk/>
            <pc:sldMk cId="2325364296" sldId="460"/>
            <ac:spMk id="9" creationId="{607FAE78-DA85-5A6C-54B6-E5FE48F970B2}"/>
          </ac:spMkLst>
        </pc:spChg>
        <pc:spChg chg="add">
          <ac:chgData name="Mohamed Faizal" userId="a852ac21-4959-421d-ae8c-fdf22f0e9df2" providerId="ADAL" clId="{42319D3E-700D-4059-A2B9-1E9F423DB6BD}" dt="2024-07-09T18:31:28.100" v="40"/>
          <ac:spMkLst>
            <pc:docMk/>
            <pc:sldMk cId="2325364296" sldId="460"/>
            <ac:spMk id="10" creationId="{6992D4D1-80E5-EA2C-B32A-88714189E2F1}"/>
          </ac:spMkLst>
        </pc:spChg>
        <pc:picChg chg="add">
          <ac:chgData name="Mohamed Faizal" userId="a852ac21-4959-421d-ae8c-fdf22f0e9df2" providerId="ADAL" clId="{42319D3E-700D-4059-A2B9-1E9F423DB6BD}" dt="2024-07-09T18:31:28.100" v="40"/>
          <ac:picMkLst>
            <pc:docMk/>
            <pc:sldMk cId="2325364296" sldId="460"/>
            <ac:picMk id="1025" creationId="{C6679FC9-CFA0-0159-5279-2242F4AEB9C6}"/>
          </ac:picMkLst>
        </pc:picChg>
        <pc:picChg chg="add">
          <ac:chgData name="Mohamed Faizal" userId="a852ac21-4959-421d-ae8c-fdf22f0e9df2" providerId="ADAL" clId="{42319D3E-700D-4059-A2B9-1E9F423DB6BD}" dt="2024-07-09T18:31:28.100" v="40"/>
          <ac:picMkLst>
            <pc:docMk/>
            <pc:sldMk cId="2325364296" sldId="460"/>
            <ac:picMk id="1026" creationId="{4FBFE368-D93C-8DA8-2ECE-E5EA888444A3}"/>
          </ac:picMkLst>
        </pc:picChg>
        <pc:picChg chg="add">
          <ac:chgData name="Mohamed Faizal" userId="a852ac21-4959-421d-ae8c-fdf22f0e9df2" providerId="ADAL" clId="{42319D3E-700D-4059-A2B9-1E9F423DB6BD}" dt="2024-07-09T18:31:28.100" v="40"/>
          <ac:picMkLst>
            <pc:docMk/>
            <pc:sldMk cId="2325364296" sldId="460"/>
            <ac:picMk id="1027" creationId="{22A75FDB-9C19-9B89-D74A-D07F5A874BD2}"/>
          </ac:picMkLst>
        </pc:picChg>
        <pc:picChg chg="add">
          <ac:chgData name="Mohamed Faizal" userId="a852ac21-4959-421d-ae8c-fdf22f0e9df2" providerId="ADAL" clId="{42319D3E-700D-4059-A2B9-1E9F423DB6BD}" dt="2024-07-09T18:31:28.100" v="40"/>
          <ac:picMkLst>
            <pc:docMk/>
            <pc:sldMk cId="2325364296" sldId="460"/>
            <ac:picMk id="1028" creationId="{34BE51A5-83A6-E0C5-7FCC-E564986A8818}"/>
          </ac:picMkLst>
        </pc:picChg>
      </pc:sldChg>
      <pc:sldChg chg="del">
        <pc:chgData name="Mohamed Faizal" userId="a852ac21-4959-421d-ae8c-fdf22f0e9df2" providerId="ADAL" clId="{42319D3E-700D-4059-A2B9-1E9F423DB6BD}" dt="2024-07-09T18:35:28.139" v="70" actId="47"/>
        <pc:sldMkLst>
          <pc:docMk/>
          <pc:sldMk cId="1681546652" sldId="461"/>
        </pc:sldMkLst>
      </pc:sldChg>
      <pc:sldChg chg="del">
        <pc:chgData name="Mohamed Faizal" userId="a852ac21-4959-421d-ae8c-fdf22f0e9df2" providerId="ADAL" clId="{42319D3E-700D-4059-A2B9-1E9F423DB6BD}" dt="2024-07-09T18:35:32.756" v="74" actId="47"/>
        <pc:sldMkLst>
          <pc:docMk/>
          <pc:sldMk cId="3482235603" sldId="462"/>
        </pc:sldMkLst>
      </pc:sldChg>
      <pc:sldChg chg="del">
        <pc:chgData name="Mohamed Faizal" userId="a852ac21-4959-421d-ae8c-fdf22f0e9df2" providerId="ADAL" clId="{42319D3E-700D-4059-A2B9-1E9F423DB6BD}" dt="2024-07-09T18:35:27.146" v="69" actId="47"/>
        <pc:sldMkLst>
          <pc:docMk/>
          <pc:sldMk cId="1907450505" sldId="1881839142"/>
        </pc:sldMkLst>
      </pc:sldChg>
      <pc:sldChg chg="modSp add mod">
        <pc:chgData name="Mohamed Faizal" userId="a852ac21-4959-421d-ae8c-fdf22f0e9df2" providerId="ADAL" clId="{42319D3E-700D-4059-A2B9-1E9F423DB6BD}" dt="2024-07-18T17:55:28.519" v="1110" actId="404"/>
        <pc:sldMkLst>
          <pc:docMk/>
          <pc:sldMk cId="1809586792" sldId="1881839143"/>
        </pc:sldMkLst>
        <pc:spChg chg="mod">
          <ac:chgData name="Mohamed Faizal" userId="a852ac21-4959-421d-ae8c-fdf22f0e9df2" providerId="ADAL" clId="{42319D3E-700D-4059-A2B9-1E9F423DB6BD}" dt="2024-07-09T19:29:39.845" v="543" actId="1076"/>
          <ac:spMkLst>
            <pc:docMk/>
            <pc:sldMk cId="1809586792" sldId="1881839143"/>
            <ac:spMk id="2" creationId="{8191511E-6C41-4B0F-83A3-5F979449D39C}"/>
          </ac:spMkLst>
        </pc:spChg>
        <pc:spChg chg="mod">
          <ac:chgData name="Mohamed Faizal" userId="a852ac21-4959-421d-ae8c-fdf22f0e9df2" providerId="ADAL" clId="{42319D3E-700D-4059-A2B9-1E9F423DB6BD}" dt="2024-07-18T17:55:28.519" v="1110" actId="404"/>
          <ac:spMkLst>
            <pc:docMk/>
            <pc:sldMk cId="1809586792" sldId="1881839143"/>
            <ac:spMk id="6" creationId="{7836BBA7-ECBD-43FE-BD24-DF254C207E8B}"/>
          </ac:spMkLst>
        </pc:spChg>
      </pc:sldChg>
      <pc:sldChg chg="add del">
        <pc:chgData name="Mohamed Faizal" userId="a852ac21-4959-421d-ae8c-fdf22f0e9df2" providerId="ADAL" clId="{42319D3E-700D-4059-A2B9-1E9F423DB6BD}" dt="2024-07-09T19:28:07.632" v="500" actId="47"/>
        <pc:sldMkLst>
          <pc:docMk/>
          <pc:sldMk cId="4136613775" sldId="188183914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18/07/2024</a:t>
            </a:fld>
            <a:endParaRPr lang="en-GB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55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emf"/><Relationship Id="rId4" Type="http://schemas.openxmlformats.org/officeDocument/2006/relationships/image" Target="../media/image5.w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7.w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8EA5E8-D5CE-4885-9BCF-B4EBD8097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91" r="22409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45AD81-9D09-493D-94B8-1CAA625F68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361" y="5340096"/>
            <a:ext cx="987552" cy="1156968"/>
          </a:xfrm>
          <a:prstGeom prst="rect">
            <a:avLst/>
          </a:prstGeom>
        </p:spPr>
      </p:pic>
      <p:sp>
        <p:nvSpPr>
          <p:cNvPr id="7" name="Freeform 5">
            <a:extLst>
              <a:ext uri="{FF2B5EF4-FFF2-40B4-BE49-F238E27FC236}">
                <a16:creationId xmlns:a16="http://schemas.microsoft.com/office/drawing/2014/main" id="{B7F2A12E-7729-47A0-BC4C-937A569C1503}"/>
              </a:ext>
            </a:extLst>
          </p:cNvPr>
          <p:cNvSpPr>
            <a:spLocks noChangeAspect="1"/>
          </p:cNvSpPr>
          <p:nvPr userDrawn="1"/>
        </p:nvSpPr>
        <p:spPr bwMode="gray">
          <a:xfrm rot="10800000">
            <a:off x="470054" y="457199"/>
            <a:ext cx="4507059" cy="3805316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7">
                <a:moveTo>
                  <a:pt x="6" y="0"/>
                </a:moveTo>
                <a:cubicBezTo>
                  <a:pt x="4" y="2358"/>
                  <a:pt x="2" y="7650"/>
                  <a:pt x="0" y="10007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rgbClr val="FFE6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306FE6B-2888-42EC-9409-22E0C44C3E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6326" y="1476597"/>
            <a:ext cx="4064949" cy="860400"/>
          </a:xfrm>
        </p:spPr>
        <p:txBody>
          <a:bodyPr/>
          <a:lstStyle>
            <a:lvl1pPr>
              <a:defRPr sz="3000" b="0">
                <a:solidFill>
                  <a:srgbClr val="404040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GB"/>
              <a:t>Title (EY Interstate Light 30 point)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2FC3DF6-2861-4293-9E33-F3E405EF9F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6327" y="2422864"/>
            <a:ext cx="4064949" cy="3912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 sz="1600" b="0">
                <a:solidFill>
                  <a:srgbClr val="404040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z="1600"/>
              <a:t>Subtitle (EY Interstate 16 point)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/>
            </a:pPr>
            <a:r>
              <a:rPr lang="en-IN" b="1"/>
              <a:t>XX Month 200X (EY Interstate bold 16 point)</a:t>
            </a:r>
          </a:p>
        </p:txBody>
      </p:sp>
    </p:spTree>
    <p:extLst>
      <p:ext uri="{BB962C8B-B14F-4D97-AF65-F5344CB8AC3E}">
        <p14:creationId xmlns:p14="http://schemas.microsoft.com/office/powerpoint/2010/main" val="1381078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5">
            <a:extLst>
              <a:ext uri="{FF2B5EF4-FFF2-40B4-BE49-F238E27FC236}">
                <a16:creationId xmlns:a16="http://schemas.microsoft.com/office/drawing/2014/main" id="{7FDAC7B4-6A01-49C4-9730-BF8572B139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BCCB2E-3515-42EB-B2C6-FB7D701D1793}"/>
              </a:ext>
            </a:extLst>
          </p:cNvPr>
          <p:cNvSpPr/>
          <p:nvPr userDrawn="1"/>
        </p:nvSpPr>
        <p:spPr>
          <a:xfrm>
            <a:off x="0" y="5340096"/>
            <a:ext cx="9144000" cy="151790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61000">
                <a:schemeClr val="bg2">
                  <a:alpha val="34000"/>
                </a:schemeClr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9C231702-C029-4BB5-90D1-8311DD931D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361" y="5340096"/>
            <a:ext cx="987552" cy="1156968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451607B-CAB5-4136-AB12-1BF3A1C4485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57200"/>
            <a:ext cx="4654295" cy="3930900"/>
          </a:xfrm>
          <a:prstGeom prst="rect">
            <a:avLst/>
          </a:prstGeom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01B1427F-F1DB-442D-870C-2543A78EC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968" y="1799130"/>
            <a:ext cx="3593592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rgbClr val="FFFFFF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5" name="Subtitle 2">
            <a:extLst>
              <a:ext uri="{FF2B5EF4-FFF2-40B4-BE49-F238E27FC236}">
                <a16:creationId xmlns:a16="http://schemas.microsoft.com/office/drawing/2014/main" id="{97E0F9BC-39E2-4ADF-93B9-735857771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6968" y="2769576"/>
            <a:ext cx="3593592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727C5A3D-F97A-4F85-9F88-240C243986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14517"/>
            <a:ext cx="3780000" cy="61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11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581C513F-D0C9-46EE-93E2-83D5128319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361" y="5340096"/>
            <a:ext cx="987552" cy="1156968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7204B28E-7010-45B1-9A81-2C543F9490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77240"/>
            <a:ext cx="6753225" cy="3400425"/>
          </a:xfrm>
          <a:prstGeom prst="rect">
            <a:avLst/>
          </a:prstGeom>
        </p:spPr>
      </p:pic>
      <p:sp>
        <p:nvSpPr>
          <p:cNvPr id="75" name="Subtitle 2">
            <a:extLst>
              <a:ext uri="{FF2B5EF4-FFF2-40B4-BE49-F238E27FC236}">
                <a16:creationId xmlns:a16="http://schemas.microsoft.com/office/drawing/2014/main" id="{24F2EA79-0822-4B81-90D8-1FA02CFB9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191" y="3258529"/>
            <a:ext cx="5943432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rgbClr val="FFFFFF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FFFFFF"/>
                </a:solidFill>
              </a:defRPr>
            </a:lvl2pPr>
            <a:lvl3pPr marL="0" indent="0" algn="l">
              <a:buNone/>
              <a:defRPr sz="1600">
                <a:solidFill>
                  <a:srgbClr val="FFFFFF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EC2B6F8E-BD78-40B0-B08A-973D85359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191" y="2288083"/>
            <a:ext cx="5943432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rgbClr val="FFFFFF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279" name="Picture 278">
            <a:extLst>
              <a:ext uri="{FF2B5EF4-FFF2-40B4-BE49-F238E27FC236}">
                <a16:creationId xmlns:a16="http://schemas.microsoft.com/office/drawing/2014/main" id="{5A33645C-A5C8-4EA5-A3D8-D74C0FE66C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14517"/>
            <a:ext cx="3780000" cy="61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39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70E64C6A-78AE-4547-94F4-A7E658DB2EF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825878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7A319-28F8-4E6B-8249-40111354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5F12-9236-45E8-96D1-F6A2C4A63F39}" type="datetime3">
              <a:rPr lang="en-US" smtClean="0"/>
              <a:t>18 July 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3A21D-493F-4B42-85B4-BCE5E8F9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1552-BF13-453D-A76C-3B49D9C8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FC3EC46-D295-425C-8ED2-70D3C9462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137920"/>
            <a:ext cx="82296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61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 sz="17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F1241-E9B6-4AFC-94DC-380325C3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57FC-BEB6-472D-B2FA-5939A6D4E9E2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81A62-2FE8-40E2-AD71-A2FCBF45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4FE67-B066-4247-BB41-6FE7CE16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47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46139" y="1"/>
            <a:ext cx="2997862" cy="615610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558041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137921"/>
            <a:ext cx="5471882" cy="873760"/>
          </a:xfrm>
        </p:spPr>
        <p:txBody>
          <a:bodyPr/>
          <a:lstStyle>
            <a:lvl1pPr marL="0" indent="0">
              <a:buNone/>
              <a:defRPr sz="13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57201" y="2311401"/>
            <a:ext cx="2683690" cy="3844704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45392" y="2311402"/>
            <a:ext cx="2683690" cy="1254759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45392" y="4236721"/>
            <a:ext cx="2683690" cy="1944160"/>
          </a:xfrm>
        </p:spPr>
        <p:txBody>
          <a:bodyPr numCol="1"/>
          <a:lstStyle>
            <a:lvl1pPr marL="0" indent="0">
              <a:buNone/>
              <a:defRPr sz="134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229C318B-FAE0-4A50-A714-607EF622AFB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559340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9BF30-77AC-4AB5-8632-BF71395C23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42C7B75-070E-4FA8-81AA-5D744EC27B20}" type="datetime3">
              <a:rPr lang="en-US" smtClean="0"/>
              <a:t>18 July 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4475C-10CE-4EB1-B9D2-1AD083DB73E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A6C31-E14E-4A28-A9E9-2D347271C8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898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787414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0418" y="294200"/>
            <a:ext cx="6665528" cy="590400"/>
          </a:xfrm>
        </p:spPr>
        <p:txBody>
          <a:bodyPr/>
          <a:lstStyle>
            <a:lvl1pPr>
              <a:defRPr sz="1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20417" y="1137921"/>
            <a:ext cx="2056091" cy="5018184"/>
          </a:xfrm>
        </p:spPr>
        <p:txBody>
          <a:bodyPr/>
          <a:lstStyle>
            <a:lvl1pPr marL="0" indent="0">
              <a:buNone/>
              <a:defRPr sz="13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93076" y="1137921"/>
            <a:ext cx="2101787" cy="5018184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611431" y="1137922"/>
            <a:ext cx="2075369" cy="2796151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FD13F91-AFC9-4CB0-B48E-B4031BDF7D7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611431" y="1137922"/>
            <a:ext cx="2075369" cy="2796151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8BEC6-81BD-4A6C-A6CF-94332742F93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CBCD5F7-0DF9-4123-86DA-C7F0BF0B7B5C}" type="datetime3">
              <a:rPr lang="en-US" smtClean="0"/>
              <a:t>18 July 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61FBF-9B0D-493C-BE46-3C702E0F65A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1F439-4CB5-472E-B792-D16C641535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60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137920"/>
            <a:ext cx="6175841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4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4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EAD7805E-FA43-4FE6-B59E-9A440183B7B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825878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3198B-8C42-45EB-99DF-C3F1A2ABC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5ABC-A91F-4289-9C66-23D8A5B14269}" type="datetime3">
              <a:rPr lang="en-US" smtClean="0"/>
              <a:t>18 July 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268C3-3843-40FF-9263-125A8E57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DE6C9-5E0D-49AD-8BBE-CFF57149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9203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463" y="2851522"/>
            <a:ext cx="3334113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2699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267319" marR="0" lvl="0" indent="-267319" defTabSz="755512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F7B21-823B-4C1B-B44E-8C28E4ECCA2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41E2ED-6E26-46A5-B0CB-000051BE0FA0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E9737-42F0-4F0F-A932-7FE9D402AE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9A6E3-8A4A-4FC9-88A7-DFA9B43FF9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517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67954" y="0"/>
            <a:ext cx="4476046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35" y="2578743"/>
            <a:ext cx="3401698" cy="1055708"/>
          </a:xfrm>
        </p:spPr>
        <p:txBody>
          <a:bodyPr/>
          <a:lstStyle>
            <a:lvl1pPr marL="0" indent="0">
              <a:buNone/>
              <a:defRPr sz="224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7135" y="3840384"/>
            <a:ext cx="3401698" cy="1055708"/>
          </a:xfrm>
        </p:spPr>
        <p:txBody>
          <a:bodyPr/>
          <a:lstStyle>
            <a:lvl1pPr marL="0" indent="0">
              <a:buNone/>
              <a:defRPr sz="1199"/>
            </a:lvl1pPr>
          </a:lstStyle>
          <a:p>
            <a:pPr lvl="0"/>
            <a:r>
              <a:rPr lang="en-IN"/>
              <a:t>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273DE-A8FD-43F9-A3D9-68970B4AF5D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9CCEE76-ADAC-4C09-B6FF-B7180031AC22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AE062-2E23-4013-8660-9CF8B9A843F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D2FDE-84B3-4A82-878F-6285E65B1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752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7200" y="1137921"/>
            <a:ext cx="3716193" cy="426745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41864" y="3813288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864" y="4055931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9864" y="3578084"/>
            <a:ext cx="777600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675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9866" y="1137921"/>
            <a:ext cx="409693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89866" y="1635009"/>
            <a:ext cx="4096935" cy="1611554"/>
          </a:xfrm>
        </p:spPr>
        <p:txBody>
          <a:bodyPr/>
          <a:lstStyle>
            <a:lvl1pPr marL="0" indent="0">
              <a:buNone/>
              <a:defRPr sz="1199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6" name="Line 10">
            <a:extLst>
              <a:ext uri="{FF2B5EF4-FFF2-40B4-BE49-F238E27FC236}">
                <a16:creationId xmlns:a16="http://schemas.microsoft.com/office/drawing/2014/main" id="{C37BF1DE-E4E1-40C4-B510-30A0AC8ABDB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825878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D44C6-2A68-4AD7-9CC8-54BCF100271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9664C035-6A58-4B86-A7B1-540D1C3A5C34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191FF-C540-403B-944B-8EC413F39B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10440-F38E-4BBB-A6D3-3297528ECA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7772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607F99-5C2B-4FC6-A3DF-23E011C842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464" y="6327648"/>
            <a:ext cx="402504" cy="4114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A3025C-3438-4F2B-8F2C-C1B75E95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98AB9-6E37-47C1-9D85-4203001C89FC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889EE-A272-4972-94F8-C2BB4522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7A7D4-D39D-42B7-9480-78FE2F6F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501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607F99-5C2B-4FC6-A3DF-23E011C842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464" y="6327648"/>
            <a:ext cx="402504" cy="411480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D7B1EAA-D62E-426F-9D29-F674CEB29C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6000" y="2060235"/>
            <a:ext cx="5292000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800" dirty="0" smtClean="0">
                <a:latin typeface="Georgia" panose="02040502050405020303" pitchFamily="18" charset="0"/>
              </a:defRPr>
            </a:lvl1pPr>
          </a:lstStyle>
          <a:p>
            <a:pPr marL="356616" lvl="0" indent="-356616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43D8C34-69FC-4DEE-BC95-D2F629475E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26000" y="5516838"/>
            <a:ext cx="5292000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FFE600"/>
                </a:solidFill>
                <a:latin typeface="+mn-lt"/>
              </a:defRPr>
            </a:lvl1pPr>
          </a:lstStyle>
          <a:p>
            <a:pPr marL="356616" lvl="0" indent="-356616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78FCBB-C01D-4FF8-828E-0E27552CA9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6000" y="5828877"/>
            <a:ext cx="5292000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600" dirty="0" smtClean="0">
                <a:latin typeface="+mn-lt"/>
              </a:defRPr>
            </a:lvl1pPr>
          </a:lstStyle>
          <a:p>
            <a:pPr marL="356616" lvl="0" indent="-356616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AD41D48-C813-4F78-A2C8-0758D2B7DC18}"/>
              </a:ext>
            </a:extLst>
          </p:cNvPr>
          <p:cNvSpPr txBox="1">
            <a:spLocks/>
          </p:cNvSpPr>
          <p:nvPr userDrawn="1"/>
        </p:nvSpPr>
        <p:spPr>
          <a:xfrm>
            <a:off x="3402806" y="979787"/>
            <a:ext cx="2338388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20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648088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607F99-5C2B-4FC6-A3DF-23E011C842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464" y="6327648"/>
            <a:ext cx="402504" cy="411480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FBE9395-9BF1-4306-9F29-1F8E92C9F8DB}"/>
              </a:ext>
            </a:extLst>
          </p:cNvPr>
          <p:cNvSpPr txBox="1">
            <a:spLocks/>
          </p:cNvSpPr>
          <p:nvPr userDrawn="1"/>
        </p:nvSpPr>
        <p:spPr>
          <a:xfrm>
            <a:off x="375751" y="1488927"/>
            <a:ext cx="2338388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20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7DD12F9-AC78-4784-A2C0-5FB6EC5A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750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800" dirty="0" smtClean="0">
                <a:latin typeface="Georgia" panose="02040502050405020303" pitchFamily="18" charset="0"/>
              </a:defRPr>
            </a:lvl1pPr>
          </a:lstStyle>
          <a:p>
            <a:pPr marL="356616" lvl="0" indent="-356616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BB2527F-4DCE-4CB5-A96D-2E432FD5A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750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56616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7DFFB3C-E689-440E-8EDB-465853B346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750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6616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373439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137920"/>
            <a:ext cx="6175841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7319">
              <a:defRPr>
                <a:solidFill>
                  <a:schemeClr val="bg1"/>
                </a:solidFill>
              </a:defRPr>
            </a:lvl2pPr>
            <a:lvl3pPr marL="534639">
              <a:defRPr>
                <a:solidFill>
                  <a:schemeClr val="bg1"/>
                </a:solidFill>
              </a:defRPr>
            </a:lvl3pPr>
            <a:lvl4pPr marL="801958">
              <a:defRPr>
                <a:solidFill>
                  <a:schemeClr val="bg1"/>
                </a:solidFill>
              </a:defRPr>
            </a:lvl4pPr>
            <a:lvl5pPr marL="1069277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95EDADD0-A4AE-43D1-A8CA-F0D422EBF99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6242400"/>
            <a:ext cx="8229600" cy="0"/>
          </a:xfrm>
          <a:prstGeom prst="line">
            <a:avLst/>
          </a:prstGeom>
          <a:noFill/>
          <a:ln w="3175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0DC4E272-5E22-4B3C-94CE-7BFF319FA14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825878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26A883D-CB1B-44DF-B864-E08C3B09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D85F-FCA3-430D-9DE7-15726AAD19A7}" type="datetime3">
              <a:rPr lang="en-US" smtClean="0"/>
              <a:t>18 July 2024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D518928-6D8C-4DEF-879C-4C4BB7FF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804FC6-AE5A-4130-8CE6-82D0878A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8677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7E606BA7-787F-40CD-BB00-3AEC32420A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6242400"/>
            <a:ext cx="8229600" cy="0"/>
          </a:xfrm>
          <a:prstGeom prst="line">
            <a:avLst/>
          </a:prstGeom>
          <a:noFill/>
          <a:ln w="3175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8E9B660A-29E5-49A2-9D87-2D7C78CC114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825878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7E05A20-B63F-4056-AEB2-E20477644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EA52-5ACD-455D-A5D0-FA719880D0C9}" type="datetime3">
              <a:rPr lang="en-US" smtClean="0"/>
              <a:t>18 July 2024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649782F-FB67-472E-B457-A8D4FC32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4EC9CE-483F-4F19-937D-371A9A12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9328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88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137919"/>
            <a:ext cx="4038600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137919"/>
            <a:ext cx="4038600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0C976817-4856-4880-A98A-B5A5C7C5542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825878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D8D47-C5CC-46B5-80A6-DC3E17F4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D75D-FE2A-4AE4-84E8-26A2D7A851BF}" type="datetime3">
              <a:rPr lang="en-US" smtClean="0"/>
              <a:t>18 July 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2D722-DDE7-4179-BC15-25906CAE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756507-1FEF-43F0-A228-A0F4A38D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967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247" y="1869441"/>
            <a:ext cx="4042800" cy="4256075"/>
          </a:xfrm>
        </p:spPr>
        <p:txBody>
          <a:bodyPr/>
          <a:lstStyle>
            <a:lvl1pPr>
              <a:defRPr sz="1499">
                <a:solidFill>
                  <a:schemeClr val="bg1"/>
                </a:solidFill>
              </a:defRPr>
            </a:lvl1pPr>
            <a:lvl2pPr>
              <a:defRPr sz="1349">
                <a:solidFill>
                  <a:schemeClr val="bg1"/>
                </a:solidFill>
              </a:defRPr>
            </a:lvl2pPr>
            <a:lvl3pPr>
              <a:defRPr sz="1199">
                <a:solidFill>
                  <a:schemeClr val="bg1"/>
                </a:solidFill>
              </a:defRPr>
            </a:lvl3pPr>
            <a:lvl4pPr>
              <a:defRPr sz="1049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304" y="1869441"/>
            <a:ext cx="4042800" cy="4256075"/>
          </a:xfrm>
        </p:spPr>
        <p:txBody>
          <a:bodyPr/>
          <a:lstStyle>
            <a:lvl1pPr>
              <a:defRPr sz="1499">
                <a:solidFill>
                  <a:schemeClr val="bg1"/>
                </a:solidFill>
              </a:defRPr>
            </a:lvl1pPr>
            <a:lvl2pPr>
              <a:defRPr sz="1349">
                <a:solidFill>
                  <a:schemeClr val="bg1"/>
                </a:solidFill>
              </a:defRPr>
            </a:lvl2pPr>
            <a:lvl3pPr>
              <a:defRPr sz="1199">
                <a:solidFill>
                  <a:schemeClr val="bg1"/>
                </a:solidFill>
              </a:defRPr>
            </a:lvl3pPr>
            <a:lvl4pPr>
              <a:defRPr sz="1049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57201" y="1137920"/>
            <a:ext cx="40428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7304" y="1137920"/>
            <a:ext cx="40428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88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04B06CAE-5FB1-4603-B59C-091CBDD47D4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825878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F6F0C-8419-4816-9E6B-8941D50C58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32F33D8-1A24-4E39-86C5-F6B07A9A5EB7}" type="datetime3">
              <a:rPr lang="en-US" smtClean="0"/>
              <a:t>18 July 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7EFC1-5CA0-4BFB-8363-27F8F3D2336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86835-09D6-4615-BB7C-7F8253C03F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8143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E8263-DCF1-4C67-90D8-C34A99A7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4BB7-1E72-4EB8-993C-631EDB973C7A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E39A50-9EF9-4531-9496-997ED3A2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A5048-1D32-4032-B513-417B7698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8220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CA287C-1B1C-48E4-A41F-63B31038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75EF-0993-4A75-8666-036CDF261987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876A3-22CA-4258-8697-755EB013E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498EB-F4E6-41EC-B31B-6FE074BF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0399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94857-4245-4B70-83AF-69EE8341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9DBD-335A-435A-8745-2F341A9AAC4E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6D39F-AAFD-4EAB-BBF7-D94D820E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8219F-D640-4BE4-BEBF-30B96F2A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3594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DA18EF-1F4C-4097-BF3F-A4B7A605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37B-3DF7-44DE-ABDD-431420C263D8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96BC2-80B0-49AE-A845-81937D49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3F6FC-E1D1-4971-AA75-4FA11D67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2281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809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9144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CDA38-9A54-405F-83FD-C2C8A8B87B3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B05771F-985B-43A3-B810-16E3E1851D68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4A337-C481-46B0-A487-BEEC61FC34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212A2-9F1E-4808-9F79-71FEE70E5D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77477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266A06-263B-4A4A-913D-FDC2AFF1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5612" y="719139"/>
            <a:ext cx="3506400" cy="5210062"/>
          </a:xfrm>
        </p:spPr>
        <p:txBody>
          <a:bodyPr/>
          <a:lstStyle>
            <a:lvl1pPr marL="0" indent="0" algn="l" defTabSz="746124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9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32089" indent="-13208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41609" indent="-14160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51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B113FC-110C-4156-AE54-B6BF40969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5612" y="719139"/>
            <a:ext cx="3506400" cy="5210062"/>
          </a:xfrm>
        </p:spPr>
        <p:txBody>
          <a:bodyPr/>
          <a:lstStyle>
            <a:lvl1pPr marL="0" indent="0" algn="l" defTabSz="746124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9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32089" indent="-13208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41609" indent="-14160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70463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ABFE52-8B9C-459B-B350-E3ADCFE74B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5612" y="719139"/>
            <a:ext cx="3506400" cy="5210062"/>
          </a:xfrm>
        </p:spPr>
        <p:txBody>
          <a:bodyPr/>
          <a:lstStyle>
            <a:lvl1pPr marL="0" indent="0" algn="l" defTabSz="746124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9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32089" indent="-13208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41609" indent="-14160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07894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361" y="5340096"/>
            <a:ext cx="987552" cy="1156968"/>
          </a:xfrm>
          <a:prstGeom prst="rect">
            <a:avLst/>
          </a:prstGeom>
        </p:spPr>
      </p:pic>
      <p:sp>
        <p:nvSpPr>
          <p:cNvPr id="7" name="Freeform 5"/>
          <p:cNvSpPr>
            <a:spLocks noChangeAspect="1"/>
          </p:cNvSpPr>
          <p:nvPr userDrawn="1"/>
        </p:nvSpPr>
        <p:spPr bwMode="gray">
          <a:xfrm rot="10800000">
            <a:off x="470054" y="457199"/>
            <a:ext cx="4507059" cy="3805316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7">
                <a:moveTo>
                  <a:pt x="6" y="0"/>
                </a:moveTo>
                <a:cubicBezTo>
                  <a:pt x="4" y="2358"/>
                  <a:pt x="2" y="7650"/>
                  <a:pt x="0" y="10007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rgbClr val="FFE6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750119" y="1677507"/>
            <a:ext cx="4064949" cy="860400"/>
          </a:xfrm>
        </p:spPr>
        <p:txBody>
          <a:bodyPr/>
          <a:lstStyle>
            <a:lvl1pPr>
              <a:defRPr b="0">
                <a:solidFill>
                  <a:srgbClr val="404040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GB"/>
              <a:t>Title (EY Interstate Light </a:t>
            </a:r>
            <a:br>
              <a:rPr lang="en-GB"/>
            </a:br>
            <a:r>
              <a:rPr lang="en-GB"/>
              <a:t>30 point)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0119" y="2685128"/>
            <a:ext cx="4064949" cy="6457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 sz="1600">
                <a:solidFill>
                  <a:srgbClr val="404040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z="1600"/>
              <a:t>Subtitle (EY Interstate 16 point)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/>
            </a:pPr>
            <a:r>
              <a:rPr lang="en-GB">
                <a:latin typeface="EYInterstate" panose="02000503020000020004" pitchFamily="2" charset="0"/>
              </a:rPr>
              <a:t>XX Month 200X (EY Interstate bold 16 point)</a:t>
            </a:r>
          </a:p>
        </p:txBody>
      </p:sp>
    </p:spTree>
    <p:extLst>
      <p:ext uri="{BB962C8B-B14F-4D97-AF65-F5344CB8AC3E}">
        <p14:creationId xmlns:p14="http://schemas.microsoft.com/office/powerpoint/2010/main" val="2009622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>
            <a:extLst>
              <a:ext uri="{FF2B5EF4-FFF2-40B4-BE49-F238E27FC236}">
                <a16:creationId xmlns:a16="http://schemas.microsoft.com/office/drawing/2014/main" id="{770C05D4-D8C4-4691-89DC-120E06C0A0E8}"/>
              </a:ext>
            </a:extLst>
          </p:cNvPr>
          <p:cNvSpPr>
            <a:spLocks noChangeAspect="1"/>
          </p:cNvSpPr>
          <p:nvPr userDrawn="1"/>
        </p:nvSpPr>
        <p:spPr bwMode="gray">
          <a:xfrm rot="10800000">
            <a:off x="470054" y="457199"/>
            <a:ext cx="4507059" cy="3805316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7">
                <a:moveTo>
                  <a:pt x="6" y="0"/>
                </a:moveTo>
                <a:cubicBezTo>
                  <a:pt x="4" y="2358"/>
                  <a:pt x="2" y="7650"/>
                  <a:pt x="0" y="10007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rgbClr val="FFE6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750119" y="1677507"/>
            <a:ext cx="4937760" cy="860400"/>
          </a:xfrm>
        </p:spPr>
        <p:txBody>
          <a:bodyPr/>
          <a:lstStyle>
            <a:lvl1pPr>
              <a:defRPr b="0">
                <a:solidFill>
                  <a:srgbClr val="404040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GB"/>
              <a:t>Title (EY Interstate Light </a:t>
            </a:r>
            <a:br>
              <a:rPr lang="en-GB"/>
            </a:br>
            <a:r>
              <a:rPr lang="en-GB"/>
              <a:t>30 point)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0119" y="2685128"/>
            <a:ext cx="4937760" cy="6457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 sz="1600">
                <a:solidFill>
                  <a:srgbClr val="404040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z="1600"/>
              <a:t>Subtitle (EY Interstate 16 point)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/>
            </a:pPr>
            <a:r>
              <a:rPr lang="en-GB">
                <a:latin typeface="EYInterstate" panose="02000503020000020004" pitchFamily="2" charset="0"/>
              </a:rPr>
              <a:t>XX Month 200X (EY Interstate bold 16 point)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7AB755-0634-43A3-B427-C896D8448ABA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91442"/>
            <a:ext cx="5669280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46095A-D7CE-45C6-8BF9-B5543F78C034}"/>
              </a:ext>
            </a:extLst>
          </p:cNvPr>
          <p:cNvSpPr txBox="1"/>
          <p:nvPr userDrawn="1"/>
        </p:nvSpPr>
        <p:spPr>
          <a:xfrm>
            <a:off x="461984" y="5587582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D785C9C-C30C-4D97-AE69-8F7DD8E35F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600157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E9ED2CF-644F-4B9E-820F-6BF4B84D68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99189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rgbClr val="FFD200"/>
                </a:solidFill>
                <a:latin typeface="EYInterstate Light" panose="02000506000000020004" pitchFamily="2" charset="0"/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220D652C-43A8-4888-A086-F26EAFCF8D7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97024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396E1D-5C76-4ADE-9002-02AC4DD83A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361" y="5340096"/>
            <a:ext cx="987552" cy="115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79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600"/>
            <a:ext cx="8229600" cy="594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7200" y="1442718"/>
            <a:ext cx="3716193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47311" y="3990497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7311" y="4233140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9865" y="3882880"/>
            <a:ext cx="583915" cy="585216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675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9866" y="1442718"/>
            <a:ext cx="409693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89866" y="1939806"/>
            <a:ext cx="4096935" cy="1611554"/>
          </a:xfrm>
        </p:spPr>
        <p:txBody>
          <a:bodyPr/>
          <a:lstStyle>
            <a:lvl1pPr marL="0" indent="0">
              <a:buNone/>
              <a:defRPr sz="1199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865A7-88A1-4179-82B7-13BDA35F141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EBEDFAA0-E69B-4776-9581-7FC7C8BA877E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C51E9-620F-4C67-9485-FC4B1DECDB1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53B3B-B504-465C-9948-C1D8C2E6999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15791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0DE8-8F4D-4084-8CB3-259B7386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21B66-EF35-42E2-98F6-2B445D258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A10A-9A77-4291-B038-2BACB6C85108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6EEFB-0946-4328-B1EF-7567E57C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BE56A-99A8-45B4-A8F6-67B842B2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6722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373392" y="795662"/>
            <a:ext cx="3695884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581326" y="1954221"/>
            <a:ext cx="3245009" cy="979702"/>
          </a:xfrm>
        </p:spPr>
        <p:txBody>
          <a:bodyPr/>
          <a:lstStyle>
            <a:lvl1pPr>
              <a:defRPr sz="224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581326" y="3046160"/>
            <a:ext cx="3245009" cy="1046323"/>
          </a:xfrm>
        </p:spPr>
        <p:txBody>
          <a:bodyPr/>
          <a:lstStyle>
            <a:lvl1pPr marL="0" indent="0" algn="l">
              <a:spcAft>
                <a:spcPts val="899"/>
              </a:spcAft>
              <a:buNone/>
              <a:defRPr sz="14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199" b="1">
                <a:solidFill>
                  <a:srgbClr val="404040"/>
                </a:solidFill>
              </a:defRPr>
            </a:lvl2pPr>
            <a:lvl3pPr marL="685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0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3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63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8422AE9-8257-41A9-AB41-1F10585C88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769544" y="4960938"/>
            <a:ext cx="918684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19659BD-653C-4300-9060-420AFAE395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4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4669336-72A1-4233-827A-C41AB4C1CC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49"/>
            </a:p>
          </p:txBody>
        </p:sp>
      </p:grpSp>
    </p:spTree>
    <p:extLst>
      <p:ext uri="{BB962C8B-B14F-4D97-AF65-F5344CB8AC3E}">
        <p14:creationId xmlns:p14="http://schemas.microsoft.com/office/powerpoint/2010/main" val="4245350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/>
        </p:nvCxnSpPr>
        <p:spPr>
          <a:xfrm>
            <a:off x="999368" y="5709060"/>
            <a:ext cx="6088405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/>
        </p:nvSpPr>
        <p:spPr>
          <a:xfrm>
            <a:off x="346308" y="5605201"/>
            <a:ext cx="783397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90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9368" y="6019189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9368" y="6216807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0F898568-1B78-454B-9FE7-9E37EEF85A89}"/>
              </a:ext>
            </a:extLst>
          </p:cNvPr>
          <p:cNvSpPr>
            <a:spLocks noChangeAspect="1"/>
          </p:cNvSpPr>
          <p:nvPr userDrawn="1"/>
        </p:nvSpPr>
        <p:spPr bwMode="gray">
          <a:xfrm rot="10800000">
            <a:off x="470054" y="457199"/>
            <a:ext cx="4507059" cy="3805316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7">
                <a:moveTo>
                  <a:pt x="6" y="0"/>
                </a:moveTo>
                <a:cubicBezTo>
                  <a:pt x="4" y="2358"/>
                  <a:pt x="2" y="7650"/>
                  <a:pt x="0" y="10007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rgbClr val="FFE6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105A121-2DA3-4610-BC32-EBB7F8ABAF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6326" y="1476597"/>
            <a:ext cx="3813414" cy="860400"/>
          </a:xfrm>
        </p:spPr>
        <p:txBody>
          <a:bodyPr/>
          <a:lstStyle>
            <a:lvl1pPr>
              <a:defRPr b="0">
                <a:solidFill>
                  <a:srgbClr val="404040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GB"/>
              <a:t>Title (EY Interstate Light </a:t>
            </a:r>
            <a:br>
              <a:rPr lang="en-GB"/>
            </a:br>
            <a:r>
              <a:rPr lang="en-GB"/>
              <a:t>30 point)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1BB2EE4-E5D4-4DD9-97C5-CF16A0A232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6327" y="2422864"/>
            <a:ext cx="3813414" cy="6457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 sz="1600">
                <a:solidFill>
                  <a:srgbClr val="404040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z="1600"/>
              <a:t>Subtitle (EY Interstate 16 point)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/>
            </a:pPr>
            <a:r>
              <a:rPr lang="en-IN" b="1"/>
              <a:t>XX Month 200X (EY Interstate bold 16 point)</a:t>
            </a:r>
            <a:endParaRPr lang="en-GB" sz="160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03A0AAB-2D99-480E-8BCB-0300B2E4CA7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710488" y="5340350"/>
            <a:ext cx="987425" cy="1157288"/>
            <a:chOff x="4857" y="3364"/>
            <a:chExt cx="622" cy="729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136D971F-E278-4FE8-BAE4-2AD4D04270F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1954568E-D3F2-4EA1-8901-CBA2FF03DD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E19C9D94-B5B9-4323-A444-8300077366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close/>
                  <a:moveTo>
                    <a:pt x="152" y="1823"/>
                  </a:move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close/>
                  <a:moveTo>
                    <a:pt x="151" y="1685"/>
                  </a:move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close/>
                  <a:moveTo>
                    <a:pt x="298" y="1778"/>
                  </a:move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close/>
                  <a:moveTo>
                    <a:pt x="1143" y="1874"/>
                  </a:move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close/>
                  <a:moveTo>
                    <a:pt x="597" y="1755"/>
                  </a:move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close/>
                  <a:moveTo>
                    <a:pt x="646" y="1585"/>
                  </a:move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close/>
                  <a:moveTo>
                    <a:pt x="877" y="1666"/>
                  </a:move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close/>
                  <a:moveTo>
                    <a:pt x="838" y="1829"/>
                  </a:move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close/>
                  <a:moveTo>
                    <a:pt x="2084" y="1645"/>
                  </a:move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close/>
                  <a:moveTo>
                    <a:pt x="2074" y="1696"/>
                  </a:move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close/>
                  <a:moveTo>
                    <a:pt x="1455" y="1666"/>
                  </a:move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close/>
                  <a:moveTo>
                    <a:pt x="1455" y="1719"/>
                  </a:move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close/>
                  <a:moveTo>
                    <a:pt x="1683" y="1705"/>
                  </a:move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close/>
                  <a:moveTo>
                    <a:pt x="1698" y="1800"/>
                  </a:move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close/>
                  <a:moveTo>
                    <a:pt x="2350" y="1810"/>
                  </a:move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close/>
                  <a:moveTo>
                    <a:pt x="2257" y="1739"/>
                  </a:move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close/>
                  <a:moveTo>
                    <a:pt x="2884" y="1810"/>
                  </a:move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close/>
                  <a:moveTo>
                    <a:pt x="2791" y="1739"/>
                  </a:move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close/>
                  <a:moveTo>
                    <a:pt x="2658" y="1797"/>
                  </a:move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close/>
                  <a:moveTo>
                    <a:pt x="2550" y="1869"/>
                  </a:move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close/>
                  <a:moveTo>
                    <a:pt x="3096" y="1713"/>
                  </a:move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close/>
                  <a:moveTo>
                    <a:pt x="597" y="1591"/>
                  </a:move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close/>
                  <a:moveTo>
                    <a:pt x="981" y="1651"/>
                  </a:move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close/>
                  <a:moveTo>
                    <a:pt x="1037" y="1591"/>
                  </a:move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close/>
                  <a:moveTo>
                    <a:pt x="2558" y="2058"/>
                  </a:move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close/>
                  <a:moveTo>
                    <a:pt x="2519" y="2220"/>
                  </a:move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close/>
                  <a:moveTo>
                    <a:pt x="677" y="2105"/>
                  </a:move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close/>
                  <a:moveTo>
                    <a:pt x="242" y="2042"/>
                  </a:move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close/>
                  <a:moveTo>
                    <a:pt x="409" y="2037"/>
                  </a:move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close/>
                  <a:moveTo>
                    <a:pt x="409" y="2219"/>
                  </a:move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close/>
                  <a:moveTo>
                    <a:pt x="2285" y="2105"/>
                  </a:move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close/>
                  <a:moveTo>
                    <a:pt x="1850" y="2042"/>
                  </a:move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close/>
                  <a:moveTo>
                    <a:pt x="2016" y="2037"/>
                  </a:move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close/>
                  <a:moveTo>
                    <a:pt x="2016" y="2219"/>
                  </a:move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close/>
                  <a:moveTo>
                    <a:pt x="843" y="2116"/>
                  </a:move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close/>
                  <a:moveTo>
                    <a:pt x="1105" y="2266"/>
                  </a:move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close/>
                  <a:moveTo>
                    <a:pt x="1418" y="2058"/>
                  </a:move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close/>
                  <a:moveTo>
                    <a:pt x="1418" y="2110"/>
                  </a:move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close/>
                  <a:moveTo>
                    <a:pt x="945" y="2042"/>
                  </a:move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close/>
                  <a:moveTo>
                    <a:pt x="1000" y="1982"/>
                  </a:move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close/>
                  <a:moveTo>
                    <a:pt x="2325" y="1977"/>
                  </a:move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close/>
                  <a:moveTo>
                    <a:pt x="400" y="762"/>
                  </a:move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close/>
                  <a:moveTo>
                    <a:pt x="1702" y="0"/>
                  </a:move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4F1DE27-AD0C-4A9A-9D8D-4F823ECEAD7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6306" y="5914642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675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739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/>
        </p:nvCxnSpPr>
        <p:spPr>
          <a:xfrm>
            <a:off x="999368" y="5709060"/>
            <a:ext cx="6088405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/>
        </p:nvSpPr>
        <p:spPr>
          <a:xfrm>
            <a:off x="346308" y="5605201"/>
            <a:ext cx="783397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90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308" y="6019189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308" y="6216807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60A7550-5D67-4923-A7BC-21E832215440}"/>
              </a:ext>
            </a:extLst>
          </p:cNvPr>
          <p:cNvSpPr>
            <a:spLocks noChangeAspect="1"/>
          </p:cNvSpPr>
          <p:nvPr userDrawn="1"/>
        </p:nvSpPr>
        <p:spPr bwMode="gray">
          <a:xfrm rot="10800000">
            <a:off x="470054" y="457199"/>
            <a:ext cx="4507059" cy="3805316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7">
                <a:moveTo>
                  <a:pt x="6" y="0"/>
                </a:moveTo>
                <a:cubicBezTo>
                  <a:pt x="4" y="2358"/>
                  <a:pt x="2" y="7650"/>
                  <a:pt x="0" y="10007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rgbClr val="FFE6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57A982A-5252-472B-BD55-97D5153213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6326" y="1476597"/>
            <a:ext cx="3813414" cy="860400"/>
          </a:xfrm>
        </p:spPr>
        <p:txBody>
          <a:bodyPr/>
          <a:lstStyle>
            <a:lvl1pPr>
              <a:defRPr b="0">
                <a:solidFill>
                  <a:srgbClr val="404040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GB"/>
              <a:t>Title (EY Interstate Light </a:t>
            </a:r>
            <a:br>
              <a:rPr lang="en-GB"/>
            </a:br>
            <a:r>
              <a:rPr lang="en-GB"/>
              <a:t>30 point)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809C9F7-7674-4F00-8A7B-4EBDB5F94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6327" y="2422864"/>
            <a:ext cx="3813414" cy="6457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 sz="1600">
                <a:solidFill>
                  <a:srgbClr val="404040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z="1600"/>
              <a:t>Subtitle (EY Interstate 16 point)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/>
            </a:pPr>
            <a:r>
              <a:rPr lang="en-IN" b="1"/>
              <a:t>XX Month 200X (EY Interstate bold 16 point)</a:t>
            </a:r>
            <a:endParaRPr lang="en-GB" sz="160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2FBA4DFB-2D74-4887-91FA-9FE36EADD25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710488" y="5340350"/>
            <a:ext cx="987425" cy="1157288"/>
            <a:chOff x="4857" y="3364"/>
            <a:chExt cx="622" cy="729"/>
          </a:xfrm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B223B0E3-13DC-4092-840F-C19C33D0170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720F86E7-783D-48A5-9A99-BBE51AD8BB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8EA618E4-F6E6-47C9-85C3-E1EF97EB6D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close/>
                  <a:moveTo>
                    <a:pt x="152" y="1823"/>
                  </a:move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close/>
                  <a:moveTo>
                    <a:pt x="151" y="1685"/>
                  </a:move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close/>
                  <a:moveTo>
                    <a:pt x="298" y="1778"/>
                  </a:move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close/>
                  <a:moveTo>
                    <a:pt x="1143" y="1874"/>
                  </a:move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close/>
                  <a:moveTo>
                    <a:pt x="597" y="1755"/>
                  </a:move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close/>
                  <a:moveTo>
                    <a:pt x="646" y="1585"/>
                  </a:move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close/>
                  <a:moveTo>
                    <a:pt x="877" y="1666"/>
                  </a:move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close/>
                  <a:moveTo>
                    <a:pt x="838" y="1829"/>
                  </a:move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close/>
                  <a:moveTo>
                    <a:pt x="2084" y="1645"/>
                  </a:move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close/>
                  <a:moveTo>
                    <a:pt x="2074" y="1696"/>
                  </a:move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close/>
                  <a:moveTo>
                    <a:pt x="1455" y="1666"/>
                  </a:move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close/>
                  <a:moveTo>
                    <a:pt x="1455" y="1719"/>
                  </a:move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close/>
                  <a:moveTo>
                    <a:pt x="1683" y="1705"/>
                  </a:move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close/>
                  <a:moveTo>
                    <a:pt x="1698" y="1800"/>
                  </a:move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close/>
                  <a:moveTo>
                    <a:pt x="2350" y="1810"/>
                  </a:move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close/>
                  <a:moveTo>
                    <a:pt x="2257" y="1739"/>
                  </a:move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close/>
                  <a:moveTo>
                    <a:pt x="2884" y="1810"/>
                  </a:move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close/>
                  <a:moveTo>
                    <a:pt x="2791" y="1739"/>
                  </a:move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close/>
                  <a:moveTo>
                    <a:pt x="2658" y="1797"/>
                  </a:move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close/>
                  <a:moveTo>
                    <a:pt x="2550" y="1869"/>
                  </a:move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close/>
                  <a:moveTo>
                    <a:pt x="3096" y="1713"/>
                  </a:move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close/>
                  <a:moveTo>
                    <a:pt x="597" y="1591"/>
                  </a:move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close/>
                  <a:moveTo>
                    <a:pt x="981" y="1651"/>
                  </a:move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close/>
                  <a:moveTo>
                    <a:pt x="1037" y="1591"/>
                  </a:move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close/>
                  <a:moveTo>
                    <a:pt x="2558" y="2058"/>
                  </a:move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close/>
                  <a:moveTo>
                    <a:pt x="2519" y="2220"/>
                  </a:move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close/>
                  <a:moveTo>
                    <a:pt x="677" y="2105"/>
                  </a:move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close/>
                  <a:moveTo>
                    <a:pt x="242" y="2042"/>
                  </a:move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close/>
                  <a:moveTo>
                    <a:pt x="409" y="2037"/>
                  </a:move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close/>
                  <a:moveTo>
                    <a:pt x="409" y="2219"/>
                  </a:move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close/>
                  <a:moveTo>
                    <a:pt x="2285" y="2105"/>
                  </a:move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close/>
                  <a:moveTo>
                    <a:pt x="1850" y="2042"/>
                  </a:move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close/>
                  <a:moveTo>
                    <a:pt x="2016" y="2037"/>
                  </a:move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close/>
                  <a:moveTo>
                    <a:pt x="2016" y="2219"/>
                  </a:move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close/>
                  <a:moveTo>
                    <a:pt x="843" y="2116"/>
                  </a:move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close/>
                  <a:moveTo>
                    <a:pt x="1105" y="2266"/>
                  </a:move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close/>
                  <a:moveTo>
                    <a:pt x="1418" y="2058"/>
                  </a:move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close/>
                  <a:moveTo>
                    <a:pt x="1418" y="2110"/>
                  </a:move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close/>
                  <a:moveTo>
                    <a:pt x="945" y="2042"/>
                  </a:move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close/>
                  <a:moveTo>
                    <a:pt x="1000" y="1982"/>
                  </a:move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close/>
                  <a:moveTo>
                    <a:pt x="2325" y="1977"/>
                  </a:move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close/>
                  <a:moveTo>
                    <a:pt x="400" y="762"/>
                  </a:move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close/>
                  <a:moveTo>
                    <a:pt x="1702" y="0"/>
                  </a:move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660086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EAA736A0-D2E9-4CA1-BF9F-5E33CF39B8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57200"/>
            <a:ext cx="4654295" cy="3930900"/>
          </a:xfrm>
          <a:prstGeom prst="rect">
            <a:avLst/>
          </a:prstGeom>
        </p:spPr>
      </p:pic>
      <p:grpSp>
        <p:nvGrpSpPr>
          <p:cNvPr id="79" name="Group 4">
            <a:extLst>
              <a:ext uri="{FF2B5EF4-FFF2-40B4-BE49-F238E27FC236}">
                <a16:creationId xmlns:a16="http://schemas.microsoft.com/office/drawing/2014/main" id="{A159D8C9-C19B-4DF7-9C5A-22EDB8A5FB9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710488" y="5340350"/>
            <a:ext cx="987425" cy="1157288"/>
            <a:chOff x="4857" y="3364"/>
            <a:chExt cx="622" cy="729"/>
          </a:xfrm>
        </p:grpSpPr>
        <p:sp>
          <p:nvSpPr>
            <p:cNvPr id="80" name="AutoShape 3">
              <a:extLst>
                <a:ext uri="{FF2B5EF4-FFF2-40B4-BE49-F238E27FC236}">
                  <a16:creationId xmlns:a16="http://schemas.microsoft.com/office/drawing/2014/main" id="{D95FB310-FD8D-4315-8C3A-8966DC1515A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Freeform 5">
              <a:extLst>
                <a:ext uri="{FF2B5EF4-FFF2-40B4-BE49-F238E27FC236}">
                  <a16:creationId xmlns:a16="http://schemas.microsoft.com/office/drawing/2014/main" id="{B0F72F2B-2B88-4D56-A5C3-5C83787BA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Freeform 6">
              <a:extLst>
                <a:ext uri="{FF2B5EF4-FFF2-40B4-BE49-F238E27FC236}">
                  <a16:creationId xmlns:a16="http://schemas.microsoft.com/office/drawing/2014/main" id="{900DB62A-8F2A-4742-9C40-2FC7AA1823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close/>
                  <a:moveTo>
                    <a:pt x="152" y="1823"/>
                  </a:move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close/>
                  <a:moveTo>
                    <a:pt x="151" y="1685"/>
                  </a:move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close/>
                  <a:moveTo>
                    <a:pt x="298" y="1778"/>
                  </a:move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close/>
                  <a:moveTo>
                    <a:pt x="1143" y="1874"/>
                  </a:move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close/>
                  <a:moveTo>
                    <a:pt x="597" y="1755"/>
                  </a:move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close/>
                  <a:moveTo>
                    <a:pt x="646" y="1585"/>
                  </a:move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close/>
                  <a:moveTo>
                    <a:pt x="877" y="1666"/>
                  </a:move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close/>
                  <a:moveTo>
                    <a:pt x="838" y="1829"/>
                  </a:move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close/>
                  <a:moveTo>
                    <a:pt x="2084" y="1645"/>
                  </a:move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close/>
                  <a:moveTo>
                    <a:pt x="2074" y="1696"/>
                  </a:move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close/>
                  <a:moveTo>
                    <a:pt x="1455" y="1666"/>
                  </a:move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close/>
                  <a:moveTo>
                    <a:pt x="1455" y="1719"/>
                  </a:move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close/>
                  <a:moveTo>
                    <a:pt x="1683" y="1705"/>
                  </a:move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close/>
                  <a:moveTo>
                    <a:pt x="1698" y="1800"/>
                  </a:move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close/>
                  <a:moveTo>
                    <a:pt x="2350" y="1810"/>
                  </a:move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close/>
                  <a:moveTo>
                    <a:pt x="2257" y="1739"/>
                  </a:move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close/>
                  <a:moveTo>
                    <a:pt x="2884" y="1810"/>
                  </a:move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close/>
                  <a:moveTo>
                    <a:pt x="2791" y="1739"/>
                  </a:move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close/>
                  <a:moveTo>
                    <a:pt x="2658" y="1797"/>
                  </a:move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close/>
                  <a:moveTo>
                    <a:pt x="2550" y="1869"/>
                  </a:move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close/>
                  <a:moveTo>
                    <a:pt x="3096" y="1713"/>
                  </a:move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close/>
                  <a:moveTo>
                    <a:pt x="597" y="1591"/>
                  </a:move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close/>
                  <a:moveTo>
                    <a:pt x="981" y="1651"/>
                  </a:move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close/>
                  <a:moveTo>
                    <a:pt x="1037" y="1591"/>
                  </a:move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close/>
                  <a:moveTo>
                    <a:pt x="2558" y="2058"/>
                  </a:move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close/>
                  <a:moveTo>
                    <a:pt x="2519" y="2220"/>
                  </a:move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close/>
                  <a:moveTo>
                    <a:pt x="677" y="2105"/>
                  </a:move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close/>
                  <a:moveTo>
                    <a:pt x="242" y="2042"/>
                  </a:move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close/>
                  <a:moveTo>
                    <a:pt x="409" y="2037"/>
                  </a:move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close/>
                  <a:moveTo>
                    <a:pt x="409" y="2219"/>
                  </a:move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close/>
                  <a:moveTo>
                    <a:pt x="2285" y="2105"/>
                  </a:move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close/>
                  <a:moveTo>
                    <a:pt x="1850" y="2042"/>
                  </a:move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close/>
                  <a:moveTo>
                    <a:pt x="2016" y="2037"/>
                  </a:move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close/>
                  <a:moveTo>
                    <a:pt x="2016" y="2219"/>
                  </a:move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close/>
                  <a:moveTo>
                    <a:pt x="843" y="2116"/>
                  </a:move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close/>
                  <a:moveTo>
                    <a:pt x="1105" y="2266"/>
                  </a:move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close/>
                  <a:moveTo>
                    <a:pt x="1418" y="2058"/>
                  </a:move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close/>
                  <a:moveTo>
                    <a:pt x="1418" y="2110"/>
                  </a:move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close/>
                  <a:moveTo>
                    <a:pt x="945" y="2042"/>
                  </a:move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close/>
                  <a:moveTo>
                    <a:pt x="1000" y="1982"/>
                  </a:move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close/>
                  <a:moveTo>
                    <a:pt x="2325" y="1977"/>
                  </a:move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close/>
                  <a:moveTo>
                    <a:pt x="400" y="762"/>
                  </a:move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close/>
                  <a:moveTo>
                    <a:pt x="1702" y="0"/>
                  </a:move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pic>
        <p:nvPicPr>
          <p:cNvPr id="83" name="Picture 82">
            <a:extLst>
              <a:ext uri="{FF2B5EF4-FFF2-40B4-BE49-F238E27FC236}">
                <a16:creationId xmlns:a16="http://schemas.microsoft.com/office/drawing/2014/main" id="{23B9FB7E-B586-4378-AE43-0A9B9CA0B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14517"/>
            <a:ext cx="3780000" cy="618750"/>
          </a:xfrm>
          <a:prstGeom prst="rect">
            <a:avLst/>
          </a:prstGeom>
        </p:spPr>
      </p:pic>
      <p:sp>
        <p:nvSpPr>
          <p:cNvPr id="124" name="Subtitle 2">
            <a:extLst>
              <a:ext uri="{FF2B5EF4-FFF2-40B4-BE49-F238E27FC236}">
                <a16:creationId xmlns:a16="http://schemas.microsoft.com/office/drawing/2014/main" id="{DE813F69-7E98-49B9-A563-B5D224235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191" y="2825612"/>
            <a:ext cx="3612689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FFFFFF"/>
                </a:solidFill>
              </a:defRPr>
            </a:lvl2pPr>
            <a:lvl3pPr marL="0" indent="0" algn="l">
              <a:buNone/>
              <a:defRPr sz="1600">
                <a:solidFill>
                  <a:srgbClr val="FFFFFF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25" name="Title 1">
            <a:extLst>
              <a:ext uri="{FF2B5EF4-FFF2-40B4-BE49-F238E27FC236}">
                <a16:creationId xmlns:a16="http://schemas.microsoft.com/office/drawing/2014/main" id="{6135F81D-3120-4669-8305-5AB7CAA05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191" y="1855166"/>
            <a:ext cx="3612689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5194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>
            <a:extLst>
              <a:ext uri="{FF2B5EF4-FFF2-40B4-BE49-F238E27FC236}">
                <a16:creationId xmlns:a16="http://schemas.microsoft.com/office/drawing/2014/main" id="{916D9572-5294-4C0A-83C4-99E45F8949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710488" y="5340350"/>
            <a:ext cx="987425" cy="1157288"/>
            <a:chOff x="4857" y="3364"/>
            <a:chExt cx="622" cy="729"/>
          </a:xfrm>
        </p:grpSpPr>
        <p:sp>
          <p:nvSpPr>
            <p:cNvPr id="86" name="AutoShape 3">
              <a:extLst>
                <a:ext uri="{FF2B5EF4-FFF2-40B4-BE49-F238E27FC236}">
                  <a16:creationId xmlns:a16="http://schemas.microsoft.com/office/drawing/2014/main" id="{5667BEF9-3DFA-4239-A852-71BA27EC8E1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5">
              <a:extLst>
                <a:ext uri="{FF2B5EF4-FFF2-40B4-BE49-F238E27FC236}">
                  <a16:creationId xmlns:a16="http://schemas.microsoft.com/office/drawing/2014/main" id="{7E85CBCB-BA9A-4374-A431-F4DC5F8079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Freeform 6">
              <a:extLst>
                <a:ext uri="{FF2B5EF4-FFF2-40B4-BE49-F238E27FC236}">
                  <a16:creationId xmlns:a16="http://schemas.microsoft.com/office/drawing/2014/main" id="{5C0EF3BA-6104-4E1B-9F18-E642314A9A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close/>
                  <a:moveTo>
                    <a:pt x="152" y="1823"/>
                  </a:move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close/>
                  <a:moveTo>
                    <a:pt x="151" y="1685"/>
                  </a:move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close/>
                  <a:moveTo>
                    <a:pt x="298" y="1778"/>
                  </a:move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close/>
                  <a:moveTo>
                    <a:pt x="1143" y="1874"/>
                  </a:move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close/>
                  <a:moveTo>
                    <a:pt x="597" y="1755"/>
                  </a:move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close/>
                  <a:moveTo>
                    <a:pt x="646" y="1585"/>
                  </a:move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close/>
                  <a:moveTo>
                    <a:pt x="877" y="1666"/>
                  </a:move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close/>
                  <a:moveTo>
                    <a:pt x="838" y="1829"/>
                  </a:move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close/>
                  <a:moveTo>
                    <a:pt x="2084" y="1645"/>
                  </a:move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close/>
                  <a:moveTo>
                    <a:pt x="2074" y="1696"/>
                  </a:move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close/>
                  <a:moveTo>
                    <a:pt x="1455" y="1666"/>
                  </a:move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close/>
                  <a:moveTo>
                    <a:pt x="1455" y="1719"/>
                  </a:move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close/>
                  <a:moveTo>
                    <a:pt x="1683" y="1705"/>
                  </a:move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close/>
                  <a:moveTo>
                    <a:pt x="1698" y="1800"/>
                  </a:move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close/>
                  <a:moveTo>
                    <a:pt x="2350" y="1810"/>
                  </a:move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close/>
                  <a:moveTo>
                    <a:pt x="2257" y="1739"/>
                  </a:move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close/>
                  <a:moveTo>
                    <a:pt x="2884" y="1810"/>
                  </a:move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close/>
                  <a:moveTo>
                    <a:pt x="2791" y="1739"/>
                  </a:move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close/>
                  <a:moveTo>
                    <a:pt x="2658" y="1797"/>
                  </a:move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close/>
                  <a:moveTo>
                    <a:pt x="2550" y="1869"/>
                  </a:move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close/>
                  <a:moveTo>
                    <a:pt x="3096" y="1713"/>
                  </a:move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close/>
                  <a:moveTo>
                    <a:pt x="597" y="1591"/>
                  </a:move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close/>
                  <a:moveTo>
                    <a:pt x="981" y="1651"/>
                  </a:move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close/>
                  <a:moveTo>
                    <a:pt x="1037" y="1591"/>
                  </a:move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close/>
                  <a:moveTo>
                    <a:pt x="2558" y="2058"/>
                  </a:move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close/>
                  <a:moveTo>
                    <a:pt x="2519" y="2220"/>
                  </a:move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close/>
                  <a:moveTo>
                    <a:pt x="677" y="2105"/>
                  </a:move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close/>
                  <a:moveTo>
                    <a:pt x="242" y="2042"/>
                  </a:move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close/>
                  <a:moveTo>
                    <a:pt x="409" y="2037"/>
                  </a:move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close/>
                  <a:moveTo>
                    <a:pt x="409" y="2219"/>
                  </a:move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close/>
                  <a:moveTo>
                    <a:pt x="2285" y="2105"/>
                  </a:move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close/>
                  <a:moveTo>
                    <a:pt x="1850" y="2042"/>
                  </a:move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close/>
                  <a:moveTo>
                    <a:pt x="2016" y="2037"/>
                  </a:move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close/>
                  <a:moveTo>
                    <a:pt x="2016" y="2219"/>
                  </a:move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close/>
                  <a:moveTo>
                    <a:pt x="843" y="2116"/>
                  </a:move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close/>
                  <a:moveTo>
                    <a:pt x="1105" y="2266"/>
                  </a:move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close/>
                  <a:moveTo>
                    <a:pt x="1418" y="2058"/>
                  </a:move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close/>
                  <a:moveTo>
                    <a:pt x="1418" y="2110"/>
                  </a:move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close/>
                  <a:moveTo>
                    <a:pt x="945" y="2042"/>
                  </a:move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close/>
                  <a:moveTo>
                    <a:pt x="1000" y="1982"/>
                  </a:move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close/>
                  <a:moveTo>
                    <a:pt x="2325" y="1977"/>
                  </a:move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close/>
                  <a:moveTo>
                    <a:pt x="400" y="762"/>
                  </a:move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close/>
                  <a:moveTo>
                    <a:pt x="1702" y="0"/>
                  </a:move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BEA87971-BB0B-4ED2-8AC3-71D5B1159A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77240"/>
            <a:ext cx="6753225" cy="3400425"/>
          </a:xfrm>
          <a:prstGeom prst="rect">
            <a:avLst/>
          </a:prstGeom>
        </p:spPr>
      </p:pic>
      <p:sp>
        <p:nvSpPr>
          <p:cNvPr id="90" name="Subtitle 2">
            <a:extLst>
              <a:ext uri="{FF2B5EF4-FFF2-40B4-BE49-F238E27FC236}">
                <a16:creationId xmlns:a16="http://schemas.microsoft.com/office/drawing/2014/main" id="{D57E11BD-E2D9-41B1-9EF5-FF1EA0B8E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191" y="3258529"/>
            <a:ext cx="5943432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FFFFFF"/>
                </a:solidFill>
              </a:defRPr>
            </a:lvl2pPr>
            <a:lvl3pPr marL="0" indent="0" algn="l">
              <a:buNone/>
              <a:defRPr sz="1600">
                <a:solidFill>
                  <a:srgbClr val="FFFFFF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91" name="Title 1">
            <a:extLst>
              <a:ext uri="{FF2B5EF4-FFF2-40B4-BE49-F238E27FC236}">
                <a16:creationId xmlns:a16="http://schemas.microsoft.com/office/drawing/2014/main" id="{9E850DE9-7D5E-499B-8FA1-4143F639E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191" y="2288083"/>
            <a:ext cx="5943432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620AFF6A-D70F-482C-ACA4-D71330481F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14517"/>
            <a:ext cx="3780000" cy="61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68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823071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137920"/>
            <a:ext cx="82296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197805-0689-4503-8125-F783F931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D8AAC-70C4-433E-BAA2-1A1AFBD71E3C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80DED-A206-48B8-8395-C38D7506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4CBDA-5400-4C9D-A814-1CE6E3FD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33359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 sz="17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823071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0CEA2-D107-4E43-B632-8CAB22A8C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6B7-FAA1-49A2-8BFA-449AB9376750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CC4BD-E0C7-4008-8760-F505B7C8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D2ADF-C3C7-4D61-8B10-4ED75087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21903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46139" y="1"/>
            <a:ext cx="2997862" cy="615610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558041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137921"/>
            <a:ext cx="5471882" cy="873760"/>
          </a:xfrm>
        </p:spPr>
        <p:txBody>
          <a:bodyPr/>
          <a:lstStyle>
            <a:lvl1pPr marL="0" indent="0">
              <a:buNone/>
              <a:defRPr sz="13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57201" y="2311401"/>
            <a:ext cx="2683690" cy="3844704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45392" y="2311402"/>
            <a:ext cx="2683690" cy="1254759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45392" y="4236721"/>
            <a:ext cx="2683690" cy="1944160"/>
          </a:xfrm>
        </p:spPr>
        <p:txBody>
          <a:bodyPr numCol="1"/>
          <a:lstStyle>
            <a:lvl1pPr marL="0" indent="0">
              <a:buNone/>
              <a:defRPr sz="134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578987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31161-0EF0-4994-BAAC-817AFCD556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98655AF-B45A-43A6-A6E4-A92B8CCFA186}" type="datetime3">
              <a:rPr lang="en-US" smtClean="0"/>
              <a:t>18 July 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1A6EA-628B-40CB-AD7E-45CB0B91C2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99134-47E0-4E77-855E-45C10B9B8B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88026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787414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0418" y="294200"/>
            <a:ext cx="6665528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20417" y="1137921"/>
            <a:ext cx="2056091" cy="5018184"/>
          </a:xfrm>
        </p:spPr>
        <p:txBody>
          <a:bodyPr/>
          <a:lstStyle>
            <a:lvl1pPr marL="0" indent="0">
              <a:buNone/>
              <a:defRPr sz="13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93076" y="1137921"/>
            <a:ext cx="2101787" cy="5018184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611431" y="1137922"/>
            <a:ext cx="2075369" cy="2796151"/>
          </a:xfrm>
        </p:spPr>
        <p:txBody>
          <a:bodyPr numCol="1"/>
          <a:lstStyle>
            <a:lvl1pPr marL="0" indent="0">
              <a:buNone/>
              <a:defRPr sz="1049">
                <a:solidFill>
                  <a:schemeClr val="bg1"/>
                </a:solidFill>
              </a:defRPr>
            </a:lvl1pPr>
            <a:lvl2pPr marL="267319" indent="0">
              <a:buNone/>
              <a:defRPr sz="1349">
                <a:solidFill>
                  <a:schemeClr val="bg1"/>
                </a:solidFill>
              </a:defRPr>
            </a:lvl2pPr>
            <a:lvl3pPr marL="534639" indent="0">
              <a:buNone/>
              <a:defRPr sz="1199">
                <a:solidFill>
                  <a:schemeClr val="bg1"/>
                </a:solidFill>
              </a:defRPr>
            </a:lvl3pPr>
            <a:lvl4pPr marL="801958" indent="0">
              <a:buNone/>
              <a:defRPr sz="1049">
                <a:solidFill>
                  <a:schemeClr val="bg1"/>
                </a:solidFill>
              </a:defRPr>
            </a:lvl4pPr>
            <a:lvl5pPr marL="1069277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0418" y="907750"/>
            <a:ext cx="666552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E1076-97C0-41B2-AAE5-AD919BB2DC2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084FAA7-3AFB-43A4-9332-55702EEFB6BB}" type="datetime3">
              <a:rPr lang="en-US" smtClean="0"/>
              <a:t>18 July 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0DA20-3A42-4B9D-A853-92BEABFB15B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6E24F-B7C3-43FD-BF17-E37070A300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528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137920"/>
            <a:ext cx="6175841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823071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5E81C-0962-435D-B7CC-E9E7007F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F6E5F-2233-44C4-A768-9BC337F9F9CD}" type="datetime3">
              <a:rPr lang="en-US" smtClean="0"/>
              <a:t>18 July 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DD1B3-89EC-47BA-A26E-D0402201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ACB01-FCA5-4FE1-B210-29952B46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1811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463" y="2851522"/>
            <a:ext cx="3334113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2699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267319" marR="0" lvl="0" indent="-267319" defTabSz="755512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F31FF-92C4-4CFE-89C8-231A1B4903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ADD9D7F-9B4D-4774-AFA3-BCF9232B0532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72E31-AECD-4259-BF90-99398FE128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E2F2A-9E13-4DC5-89FE-0719F2B171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4551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463" y="2851522"/>
            <a:ext cx="3334113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2699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267319" marR="0" lvl="0" indent="-267319" defTabSz="755512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24A25-AAE3-42CE-906A-12D97307C1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32ED48F-3F98-4183-8923-77129A69963B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D7A84-5352-4432-83C2-4B3F3BD889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019A7-134D-49ED-8707-807B58B2E5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86701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67954" y="0"/>
            <a:ext cx="4476046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35" y="2578743"/>
            <a:ext cx="3401698" cy="1055708"/>
          </a:xfrm>
        </p:spPr>
        <p:txBody>
          <a:bodyPr/>
          <a:lstStyle>
            <a:lvl1pPr marL="0" indent="0">
              <a:buNone/>
              <a:defRPr sz="224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7135" y="3840384"/>
            <a:ext cx="3401698" cy="1055708"/>
          </a:xfrm>
        </p:spPr>
        <p:txBody>
          <a:bodyPr/>
          <a:lstStyle>
            <a:lvl1pPr marL="0" indent="0">
              <a:buNone/>
              <a:defRPr sz="1199"/>
            </a:lvl1pPr>
          </a:lstStyle>
          <a:p>
            <a:pPr lvl="0"/>
            <a:r>
              <a:rPr lang="en-IN"/>
              <a:t>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A49F8-A774-4DD1-8745-65E01AB0472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C3679E-CE99-4385-8BD0-1A1175D70D1E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0F4CC-50C9-4C20-A16A-91535919DC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3C557-8F9C-4613-8095-373D3EE805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12869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7200" y="1137921"/>
            <a:ext cx="3716193" cy="426745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41864" y="3813288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1864" y="4055931"/>
            <a:ext cx="2315750" cy="180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9866" y="1137921"/>
            <a:ext cx="409693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89866" y="1635009"/>
            <a:ext cx="4096935" cy="1611554"/>
          </a:xfrm>
        </p:spPr>
        <p:txBody>
          <a:bodyPr/>
          <a:lstStyle>
            <a:lvl1pPr marL="0" indent="0">
              <a:buNone/>
              <a:defRPr sz="1199"/>
            </a:lvl1pPr>
          </a:lstStyle>
          <a:p>
            <a:pPr lvl="0"/>
            <a:r>
              <a:rPr lang="en-US"/>
              <a:t>Content EY Interstate Light, 12pt,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id="{B69EB865-6B86-419B-923C-F7DDC68C9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823071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70E81591-07D5-438D-AAD4-4B9A889F448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9864" y="3578084"/>
            <a:ext cx="777600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675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440ECC-CB43-49D3-ABF3-A5F4F308E7E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8E4C5DD-8E03-4FAA-8921-CB640E00BA12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79E38-5A0D-4584-B4BB-113C1A4C50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F8B89-1ED7-4BD8-90B0-47F3DF32AD7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29194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>
            <a:extLst>
              <a:ext uri="{FF2B5EF4-FFF2-40B4-BE49-F238E27FC236}">
                <a16:creationId xmlns:a16="http://schemas.microsoft.com/office/drawing/2014/main" id="{54B0064F-CA12-4F8F-B694-23C41AD0F1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284464" y="6327648"/>
            <a:ext cx="402336" cy="412867"/>
            <a:chOff x="7110" y="4004"/>
            <a:chExt cx="191" cy="196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93F004B-02B9-4455-A020-115CFB37BE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19F4E2CA-BA89-47F8-8C68-7CACFBAF82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2993525-96BF-457D-86C8-A5E217C20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8973D65-036E-4D65-AAA3-1427C4AA0C9B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892301" y="6516456"/>
            <a:ext cx="1191258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E4C5DD-8E03-4FAA-8921-CB640E00BA12}" type="datetime3">
              <a:rPr lang="en-US" smtClean="0"/>
              <a:pPr/>
              <a:t>18 July 2024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9711A3A-DB5C-4C5F-BF5A-7DBDD6EFF60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321561" y="6516456"/>
            <a:ext cx="30861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40A4236-AC64-456A-B3F9-BED41065570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63093" y="6516456"/>
            <a:ext cx="663066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1810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607F99-5C2B-4FC6-A3DF-23E011C842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464" y="6327648"/>
            <a:ext cx="402504" cy="411480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FBE9395-9BF1-4306-9F29-1F8E92C9F8DB}"/>
              </a:ext>
            </a:extLst>
          </p:cNvPr>
          <p:cNvSpPr txBox="1">
            <a:spLocks/>
          </p:cNvSpPr>
          <p:nvPr userDrawn="1"/>
        </p:nvSpPr>
        <p:spPr>
          <a:xfrm>
            <a:off x="375751" y="1488927"/>
            <a:ext cx="2338388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20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7DD12F9-AC78-4784-A2C0-5FB6EC5A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750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800" dirty="0" smtClean="0">
                <a:latin typeface="Georgia" panose="02040502050405020303" pitchFamily="18" charset="0"/>
              </a:defRPr>
            </a:lvl1pPr>
          </a:lstStyle>
          <a:p>
            <a:pPr marL="356616" lvl="0" indent="-356616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BB2527F-4DCE-4CB5-A96D-2E432FD5A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750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600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616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7DFFB3C-E689-440E-8EDB-465853B346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750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600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616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9667CEE-F273-4416-9D45-A0E825F149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284464" y="6327648"/>
            <a:ext cx="402336" cy="412867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D43F5A26-EE33-4654-ACA2-880B36B275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25D6EF1-9951-4386-9E98-24FDBF5827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572CC147-C47E-4B17-9D76-D39D3C36C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150544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D7B1EAA-D62E-426F-9D29-F674CEB29C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6000" y="2060235"/>
            <a:ext cx="5292000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800" dirty="0" smtClean="0">
                <a:latin typeface="Georgia" panose="02040502050405020303" pitchFamily="18" charset="0"/>
              </a:defRPr>
            </a:lvl1pPr>
          </a:lstStyle>
          <a:p>
            <a:pPr marL="356616" lvl="0" indent="-356616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43D8C34-69FC-4DEE-BC95-D2F629475E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26000" y="5516838"/>
            <a:ext cx="5292000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616" lvl="0" indent="-356616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78FCBB-C01D-4FF8-828E-0E27552CA9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6000" y="5828877"/>
            <a:ext cx="5292000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616" lvl="0" indent="-356616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AD41D48-C813-4F78-A2C8-0758D2B7DC18}"/>
              </a:ext>
            </a:extLst>
          </p:cNvPr>
          <p:cNvSpPr txBox="1">
            <a:spLocks/>
          </p:cNvSpPr>
          <p:nvPr userDrawn="1"/>
        </p:nvSpPr>
        <p:spPr>
          <a:xfrm>
            <a:off x="3402806" y="979787"/>
            <a:ext cx="2338388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20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F60CB08-2DD7-4911-8D80-BCAC7944540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284464" y="6327648"/>
            <a:ext cx="402336" cy="412867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7E6D8E8-E311-4EB7-AFAA-50963EA7B1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3EFA7D4-C8AD-4C58-A0EE-C2B7003936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E459CDB2-C2F0-4E1A-AC90-F93C856AA5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294515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137920"/>
            <a:ext cx="6175841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7319">
              <a:defRPr>
                <a:solidFill>
                  <a:schemeClr val="bg1"/>
                </a:solidFill>
              </a:defRPr>
            </a:lvl2pPr>
            <a:lvl3pPr marL="534639">
              <a:defRPr>
                <a:solidFill>
                  <a:schemeClr val="bg1"/>
                </a:solidFill>
              </a:defRPr>
            </a:lvl3pPr>
            <a:lvl4pPr marL="801958">
              <a:defRPr>
                <a:solidFill>
                  <a:schemeClr val="bg1"/>
                </a:solidFill>
              </a:defRPr>
            </a:lvl4pPr>
            <a:lvl5pPr marL="1069277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823071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0A34-C36D-461B-A015-21A5DA63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0E02-1003-4EAE-8667-0F1BC9077C64}" type="datetime3">
              <a:rPr lang="en-US" smtClean="0"/>
              <a:t>18 July 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CF0E1-C505-48F8-AD92-7D8685FF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82A11-B39D-4FE0-A53D-0F1661DE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40073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823071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DAEA1-6A90-4FC2-97C7-E8CE0391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A2B2-412B-49EA-99B0-067813210617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19100-2154-4CEF-A4AE-869A8733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93803-CB8A-4830-8E96-5C407868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10167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137919"/>
            <a:ext cx="4038600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137919"/>
            <a:ext cx="4038600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823071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BDE01-7D08-4922-9259-4581BC33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249C-FD77-4F22-A6EF-43F8DC053B7D}" type="datetime3">
              <a:rPr lang="en-US" smtClean="0"/>
              <a:t>18 July 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C6724-47E1-45B5-B455-099BFD53B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40A57-5875-43E6-BEEA-8CEBCDCA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09254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247" y="1869441"/>
            <a:ext cx="4042800" cy="4256075"/>
          </a:xfrm>
        </p:spPr>
        <p:txBody>
          <a:bodyPr/>
          <a:lstStyle>
            <a:lvl1pPr>
              <a:defRPr sz="1499">
                <a:solidFill>
                  <a:schemeClr val="bg1"/>
                </a:solidFill>
              </a:defRPr>
            </a:lvl1pPr>
            <a:lvl2pPr>
              <a:defRPr sz="1349">
                <a:solidFill>
                  <a:schemeClr val="bg1"/>
                </a:solidFill>
              </a:defRPr>
            </a:lvl2pPr>
            <a:lvl3pPr>
              <a:defRPr sz="1199">
                <a:solidFill>
                  <a:schemeClr val="bg1"/>
                </a:solidFill>
              </a:defRPr>
            </a:lvl3pPr>
            <a:lvl4pPr>
              <a:defRPr sz="1049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304" y="1869441"/>
            <a:ext cx="4042800" cy="4256075"/>
          </a:xfrm>
        </p:spPr>
        <p:txBody>
          <a:bodyPr/>
          <a:lstStyle>
            <a:lvl1pPr>
              <a:defRPr sz="1499">
                <a:solidFill>
                  <a:schemeClr val="bg1"/>
                </a:solidFill>
              </a:defRPr>
            </a:lvl1pPr>
            <a:lvl2pPr>
              <a:defRPr sz="1349">
                <a:solidFill>
                  <a:schemeClr val="bg1"/>
                </a:solidFill>
              </a:defRPr>
            </a:lvl2pPr>
            <a:lvl3pPr>
              <a:defRPr sz="1199">
                <a:solidFill>
                  <a:schemeClr val="bg1"/>
                </a:solidFill>
              </a:defRPr>
            </a:lvl3pPr>
            <a:lvl4pPr>
              <a:defRPr sz="1049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57201" y="1137920"/>
            <a:ext cx="40428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7304" y="1137920"/>
            <a:ext cx="40428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07750"/>
            <a:ext cx="823071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49" noProof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A5F9A-0842-4BED-A447-9C3F6915DC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BF3969-7A23-4B37-9754-54A2A593BBDE}" type="datetime3">
              <a:rPr lang="en-US" smtClean="0"/>
              <a:t>18 July 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8AD82-A588-4EFB-A956-62AC671AB8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7DB56-43F3-4932-8420-FA767EBAB47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45344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B7547C-9236-44B2-927D-EE1C7DF0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0B1AC-0B8C-40CC-9B36-B9B2DB76B79B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2AC0F-F4F4-46F1-8E38-470CA213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301A4-CE65-4914-B017-DED28C25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0659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A9D79-13D5-4189-B325-32C1E300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314C-751B-4148-8198-F20956044432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90CD3-106E-4E37-A338-7D12BDB8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7AA2E-8C14-46B6-80A1-837B7775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63427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13CB0-F911-4F63-ADF4-31E748E4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AA61-9193-44AF-B668-28B8BC11A486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00D68-E42E-4E18-97BC-09F3CC3C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9C18C-4659-4936-9B48-47D91699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3919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7CA26-2B7B-4622-93A8-93EC10CC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5D69-F807-4D09-B66E-06AAE28FCE57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24E25-AADE-42B5-BB07-A8C5FC7F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B93A4-EF49-4605-8E7D-22AB1304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240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8AD78-6C49-405F-80BD-8F5F9CFA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9CCB-2F74-4AE7-9D2F-AB617BC2C6DE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A6C55-F277-42AF-8500-E16F039B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68E36-B58F-4FD6-B92E-04754A1D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1922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9144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480A10-F3A8-4482-9A96-E4A2985059D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6756D8-28B7-4B79-8118-E321541624B0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42338-84D5-44C7-ADEC-04C9C56CF2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C4917-7B6B-475D-AAE6-8F714438F25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71794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5BBDB2-BA66-4CAF-998B-9D64B00D1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5612" y="719139"/>
            <a:ext cx="3506400" cy="5210062"/>
          </a:xfrm>
        </p:spPr>
        <p:txBody>
          <a:bodyPr/>
          <a:lstStyle>
            <a:lvl1pPr marL="0" indent="0" algn="l" defTabSz="746124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9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32089" indent="-13208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41609" indent="-14160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286646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6D09E6-0A52-4BB2-A361-86380E62A2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5612" y="719139"/>
            <a:ext cx="3506400" cy="5210062"/>
          </a:xfrm>
        </p:spPr>
        <p:txBody>
          <a:bodyPr/>
          <a:lstStyle>
            <a:lvl1pPr marL="0" indent="0" algn="l" defTabSz="746124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9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32089" indent="-13208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41609" indent="-14160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5295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2C72D4-8941-4841-A1D6-780403604C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5612" y="719139"/>
            <a:ext cx="3506400" cy="5210062"/>
          </a:xfrm>
        </p:spPr>
        <p:txBody>
          <a:bodyPr/>
          <a:lstStyle>
            <a:lvl1pPr marL="0" indent="0" algn="l" defTabSz="746124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9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32089" indent="-13208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75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6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41609" indent="-141609" algn="l" defTabSz="746124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6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29143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2666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600"/>
            <a:ext cx="8229600" cy="59436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609917" y="1137920"/>
            <a:ext cx="4957505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616" marR="0" lvl="0" indent="-356616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1" y="907750"/>
            <a:ext cx="825878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75A018-27C1-411C-A8B7-4C4E2685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A426-2D75-48A7-BFCD-382E65B0A3F4}" type="datetime3">
              <a:rPr lang="en-US" smtClean="0"/>
              <a:t>18 July 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722F2-E6B5-4B92-988F-82639B0B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948EC-D865-4954-9EBD-9C30DCDD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695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67954" y="0"/>
            <a:ext cx="4476046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1936" y="2050889"/>
            <a:ext cx="3401698" cy="1055708"/>
          </a:xfrm>
        </p:spPr>
        <p:txBody>
          <a:bodyPr/>
          <a:lstStyle>
            <a:lvl1pPr marL="0" indent="0">
              <a:buNone/>
              <a:defRPr sz="224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936" y="3312530"/>
            <a:ext cx="3401698" cy="1055708"/>
          </a:xfrm>
        </p:spPr>
        <p:txBody>
          <a:bodyPr/>
          <a:lstStyle>
            <a:lvl1pPr marL="0" indent="0">
              <a:buNone/>
              <a:defRPr sz="1199"/>
            </a:lvl1pPr>
          </a:lstStyle>
          <a:p>
            <a:pPr lvl="0"/>
            <a:r>
              <a:rPr lang="en-IN"/>
              <a:t>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9B594-94BE-43F4-8A51-56A02D3520A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1924332-F73B-4D42-A29E-DA0724CA7F63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76FF3-5668-471F-96BC-86222958B4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144E7-F1A6-43D5-9337-069D87B113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08411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064" y="2504281"/>
            <a:ext cx="3334113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267319" marR="0" lvl="0" indent="-267319" defTabSz="755512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413CE-C4D0-4ABD-A496-80941F07BDB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98D45B8-0674-473C-A4E9-F3FF22E7F741}" type="datetime3">
              <a:rPr lang="en-US" smtClean="0"/>
              <a:t>18 July 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AF2A22-94A3-41BF-9F87-44E3FEF33B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C79A1-12F2-4F8B-A8F3-F46D58F4CB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4112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8EA5E8-D5CE-4885-9BCF-B4EBD8097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50" r="2225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45AD81-9D09-493D-94B8-1CAA625F68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361" y="5340096"/>
            <a:ext cx="987552" cy="1156968"/>
          </a:xfrm>
          <a:prstGeom prst="rect">
            <a:avLst/>
          </a:prstGeom>
        </p:spPr>
      </p:pic>
      <p:sp>
        <p:nvSpPr>
          <p:cNvPr id="7" name="Freeform 5">
            <a:extLst>
              <a:ext uri="{FF2B5EF4-FFF2-40B4-BE49-F238E27FC236}">
                <a16:creationId xmlns:a16="http://schemas.microsoft.com/office/drawing/2014/main" id="{B7F2A12E-7729-47A0-BC4C-937A569C1503}"/>
              </a:ext>
            </a:extLst>
          </p:cNvPr>
          <p:cNvSpPr>
            <a:spLocks noChangeAspect="1"/>
          </p:cNvSpPr>
          <p:nvPr userDrawn="1"/>
        </p:nvSpPr>
        <p:spPr bwMode="gray">
          <a:xfrm rot="10800000">
            <a:off x="470054" y="457199"/>
            <a:ext cx="4507059" cy="3805316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7">
                <a:moveTo>
                  <a:pt x="6" y="0"/>
                </a:moveTo>
                <a:cubicBezTo>
                  <a:pt x="4" y="2358"/>
                  <a:pt x="2" y="7650"/>
                  <a:pt x="0" y="10007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rgbClr val="FFE6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306FE6B-2888-42EC-9409-22E0C44C3E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6326" y="1476597"/>
            <a:ext cx="4064949" cy="860400"/>
          </a:xfrm>
        </p:spPr>
        <p:txBody>
          <a:bodyPr/>
          <a:lstStyle>
            <a:lvl1pPr>
              <a:defRPr sz="3000" b="0">
                <a:solidFill>
                  <a:srgbClr val="404040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GB"/>
              <a:t>Title (EY Interstate Light 30 point)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2FC3DF6-2861-4293-9E33-F3E405EF9F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6327" y="2422864"/>
            <a:ext cx="4064949" cy="3912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 sz="1600" b="0">
                <a:solidFill>
                  <a:srgbClr val="404040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z="1600"/>
              <a:t>Subtitle (EY Interstate 16 point)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/>
            </a:pPr>
            <a:r>
              <a:rPr lang="en-IN" b="1"/>
              <a:t>XX Month 200X (EY Interstate bold 16 point)</a:t>
            </a:r>
          </a:p>
        </p:txBody>
      </p:sp>
    </p:spTree>
    <p:extLst>
      <p:ext uri="{BB962C8B-B14F-4D97-AF65-F5344CB8AC3E}">
        <p14:creationId xmlns:p14="http://schemas.microsoft.com/office/powerpoint/2010/main" val="3909772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w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66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5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37920"/>
            <a:ext cx="82296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A56E9B-FDEB-4900-88BD-F0B34334DB41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464" y="6327648"/>
            <a:ext cx="402504" cy="4114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9E1F1-58AD-46F1-B809-9D59D3606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08048" y="6516456"/>
            <a:ext cx="1191258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BB8231F0-3B52-46BE-9F1F-CD1AA9613C52}" type="datetime3">
              <a:rPr lang="en-US" smtClean="0"/>
              <a:t>18 July 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0BE3A-850C-4403-A5AC-24F2FB2AC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7308" y="6516456"/>
            <a:ext cx="30861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FFE43-22D2-44DE-9910-040934A9A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516456"/>
            <a:ext cx="663066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42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85" r:id="rId13"/>
    <p:sldLayoutId id="2147483883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92" r:id="rId26"/>
    <p:sldLayoutId id="2147483893" r:id="rId27"/>
    <p:sldLayoutId id="2147483843" r:id="rId28"/>
    <p:sldLayoutId id="2147483844" r:id="rId29"/>
    <p:sldLayoutId id="2147483845" r:id="rId30"/>
    <p:sldLayoutId id="2147483878" r:id="rId31"/>
    <p:sldLayoutId id="2147483894" r:id="rId32"/>
  </p:sldLayoutIdLst>
  <p:hf hdr="0"/>
  <p:txStyles>
    <p:titleStyle>
      <a:lvl1pPr algn="l" defTabSz="685434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267319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534639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801958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069277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336597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1884944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6pPr>
      <a:lvl7pPr marL="2227661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7pPr>
      <a:lvl8pPr marL="2570378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8pPr>
      <a:lvl9pPr marL="2913096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17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434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151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0868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586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303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020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1737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94200"/>
            <a:ext cx="82296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37920"/>
            <a:ext cx="82296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070143FB-B49A-43B9-BDD0-6B34F1305A6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284464" y="6327648"/>
            <a:ext cx="402336" cy="412867"/>
            <a:chOff x="7110" y="4004"/>
            <a:chExt cx="191" cy="19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D9BF2560-A8D8-44C9-8115-BCB5085894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6D2A493-73F6-40BA-A4BE-DAEC44F3A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C09A7C37-C954-457F-B80C-7BC99BEAE3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CDCB3BA-A513-4554-9E26-04ABDDC12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92301" y="6516456"/>
            <a:ext cx="1191258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AC60616C-F738-4195-9CBC-57322DFDB528}" type="datetime3">
              <a:rPr lang="en-US" smtClean="0"/>
              <a:t>18 July 2024</a:t>
            </a:fld>
            <a:endParaRPr lang="en-IN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58F79CF-3FBE-4C25-8F3A-14054DB24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1561" y="6516456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/>
              <a:t>Presentation 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896A04B-A040-4017-99D1-DD33A2934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093" y="6516456"/>
            <a:ext cx="663066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GB" sz="800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/>
              <a:t>Page </a:t>
            </a:r>
            <a:fld id="{F1BC30E3-FFE5-4B91-AA19-87A149EBB9EE}" type="slidenum">
              <a:rPr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659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84" r:id="rId15"/>
    <p:sldLayoutId id="2147483886" r:id="rId16"/>
    <p:sldLayoutId id="2147483865" r:id="rId17"/>
    <p:sldLayoutId id="2147483866" r:id="rId18"/>
    <p:sldLayoutId id="2147483867" r:id="rId19"/>
    <p:sldLayoutId id="2147483868" r:id="rId20"/>
    <p:sldLayoutId id="2147483869" r:id="rId21"/>
    <p:sldLayoutId id="2147483870" r:id="rId22"/>
    <p:sldLayoutId id="2147483871" r:id="rId23"/>
    <p:sldLayoutId id="2147483872" r:id="rId24"/>
    <p:sldLayoutId id="2147483873" r:id="rId25"/>
    <p:sldLayoutId id="2147483874" r:id="rId26"/>
    <p:sldLayoutId id="2147483875" r:id="rId27"/>
    <p:sldLayoutId id="2147483890" r:id="rId28"/>
    <p:sldLayoutId id="2147483891" r:id="rId29"/>
    <p:sldLayoutId id="2147483876" r:id="rId30"/>
    <p:sldLayoutId id="2147483880" r:id="rId31"/>
    <p:sldLayoutId id="2147483881" r:id="rId32"/>
    <p:sldLayoutId id="2147483882" r:id="rId33"/>
    <p:sldLayoutId id="2147483887" r:id="rId34"/>
  </p:sldLayoutIdLst>
  <p:hf hdr="0"/>
  <p:txStyles>
    <p:titleStyle>
      <a:lvl1pPr algn="l" defTabSz="685434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267319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534639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801958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069277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336597" indent="-267319" algn="l" defTabSz="685434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1884944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6pPr>
      <a:lvl7pPr marL="2227661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7pPr>
      <a:lvl8pPr marL="2570378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8pPr>
      <a:lvl9pPr marL="2913096" indent="-171359" algn="l" defTabSz="685434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17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434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151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0868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586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303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020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1737" algn="l" defTabSz="685434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81325" y="2317001"/>
            <a:ext cx="3407371" cy="734394"/>
          </a:xfrm>
        </p:spPr>
        <p:txBody>
          <a:bodyPr>
            <a:normAutofit fontScale="90000"/>
          </a:bodyPr>
          <a:lstStyle/>
          <a:p>
            <a:r>
              <a:rPr lang="en-IN" sz="2200" dirty="0">
                <a:solidFill>
                  <a:srgbClr val="2E2E38"/>
                </a:solidFill>
                <a:latin typeface="EYInterstate Light"/>
                <a:cs typeface="Arial"/>
              </a:rPr>
              <a:t>SQM Documentation - </a:t>
            </a:r>
            <a:br>
              <a:rPr lang="en-IN" sz="2200" dirty="0">
                <a:solidFill>
                  <a:srgbClr val="2E2E38"/>
                </a:solidFill>
                <a:latin typeface="EYInterstate Light"/>
                <a:cs typeface="Arial"/>
              </a:rPr>
            </a:br>
            <a:r>
              <a:rPr lang="en-IN" sz="2200" dirty="0">
                <a:solidFill>
                  <a:srgbClr val="2E2E38"/>
                </a:solidFill>
                <a:latin typeface="EYInterstate Light"/>
                <a:cs typeface="Arial"/>
              </a:rPr>
              <a:t>FY25Q1.1 </a:t>
            </a:r>
            <a:r>
              <a:rPr lang="en-US" sz="2200" dirty="0">
                <a:solidFill>
                  <a:srgbClr val="2E2E38"/>
                </a:solidFill>
                <a:latin typeface="EYInterstate Light"/>
                <a:cs typeface="Arial"/>
              </a:rPr>
              <a:t>– Initiate publish from FY25 when FY24 is completely archived</a:t>
            </a:r>
            <a:br>
              <a:rPr lang="en-IN" sz="2000" dirty="0"/>
            </a:br>
            <a:br>
              <a:rPr lang="en-IN" sz="165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endParaRPr lang="en-GB" sz="2025" dirty="0">
              <a:solidFill>
                <a:srgbClr val="2E2E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11E-6C41-4B0F-83A3-5F979449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87666"/>
            <a:ext cx="8795459" cy="371116"/>
          </a:xfrm>
        </p:spPr>
        <p:txBody>
          <a:bodyPr/>
          <a:lstStyle/>
          <a:p>
            <a:r>
              <a:rPr lang="en-US" dirty="0">
                <a:latin typeface="EYInterstate Light"/>
                <a:cs typeface="Arial"/>
              </a:rPr>
              <a:t>FY25Q1.1 - Publish from FY25 when FY24 is archived</a:t>
            </a:r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A3446-4291-42DF-BE03-F46BEBF6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5F12-9236-45E8-96D1-F6A2C4A63F39}" type="datetime3">
              <a:rPr lang="en-US" smtClean="0"/>
              <a:t>18 July 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E8E16-D65A-41C6-B8D6-BF188097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2</a:t>
            </a:fld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6BBA7-ECBD-43FE-BD24-DF254C207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75" y="1023453"/>
            <a:ext cx="8296386" cy="5270380"/>
          </a:xfrm>
        </p:spPr>
        <p:txBody>
          <a:bodyPr/>
          <a:lstStyle/>
          <a:p>
            <a:pPr marL="266700" indent="-266700"/>
            <a:r>
              <a:rPr lang="en-US" sz="1600" b="1" u="sng" dirty="0">
                <a:latin typeface="EYInterstate Light"/>
              </a:rPr>
              <a:t>OPTION – A</a:t>
            </a:r>
          </a:p>
          <a:p>
            <a:pPr marL="266700" indent="-266700"/>
            <a:endParaRPr lang="en-US" sz="700" b="1" u="sng" dirty="0">
              <a:latin typeface="EYInterstate Light"/>
            </a:endParaRPr>
          </a:p>
          <a:p>
            <a:pPr marL="533400" lvl="1" indent="-266700"/>
            <a:endParaRPr lang="en-US" sz="100" dirty="0">
              <a:latin typeface="EYInterstate Light"/>
            </a:endParaRP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b="1" dirty="0">
                <a:latin typeface="EYInterstate Light"/>
              </a:rPr>
              <a:t>Event GO LIVE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Remove and force Delete the existing Publish Job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Include the environment variable ‘</a:t>
            </a:r>
            <a:r>
              <a:rPr lang="en-US" sz="1200" dirty="0" err="1">
                <a:latin typeface="EYInterstate Light"/>
              </a:rPr>
              <a:t>FiscalYear</a:t>
            </a:r>
            <a:r>
              <a:rPr lang="en-US" sz="1200" dirty="0">
                <a:latin typeface="EYInterstate Light"/>
              </a:rPr>
              <a:t>’ in the YAML configuration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Utilize the ‘</a:t>
            </a:r>
            <a:r>
              <a:rPr lang="en-US" sz="1200" dirty="0" err="1">
                <a:latin typeface="EYInterstate Light"/>
              </a:rPr>
              <a:t>FiscalYear</a:t>
            </a:r>
            <a:r>
              <a:rPr lang="en-US" sz="1200" dirty="0">
                <a:latin typeface="EYInterstate Light"/>
              </a:rPr>
              <a:t>’ value in all scripts, ensuring that the script execution is determined by the ‘</a:t>
            </a:r>
            <a:r>
              <a:rPr lang="en-US" sz="1200" dirty="0" err="1">
                <a:latin typeface="EYInterstate Light"/>
              </a:rPr>
              <a:t>isReadOnly</a:t>
            </a:r>
            <a:r>
              <a:rPr lang="en-US" sz="1200" dirty="0">
                <a:latin typeface="EYInterstate Light"/>
              </a:rPr>
              <a:t>’ flag</a:t>
            </a: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b="1" dirty="0">
                <a:latin typeface="EYInterstate Light"/>
              </a:rPr>
              <a:t>Event AFTER CENTERALIZED RF/ARCHIVE/PUBLISH for FY24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Create backups of the existing Archer collections with the suffix ‘_FY2024’ and then drop those collections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Back up the current database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Back up the CSV files integrated with SMT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SMT needs to confirm their integration</a:t>
            </a: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b="1" dirty="0">
                <a:latin typeface="EYInterstate Light"/>
              </a:rPr>
              <a:t>Event READY FOR FY25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Wipe out FY2024 data from SDT-SMT integration, FileZilla, SFTP, etc.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Deploy the updated scripts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Apply the updated Publish Job YAML configuration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Enable and allow publishing for FY25 using YAML in the web interface</a:t>
            </a:r>
          </a:p>
          <a:p>
            <a:pPr marL="534035" lvl="2" indent="0">
              <a:buNone/>
            </a:pPr>
            <a:endParaRPr lang="en-US" dirty="0">
              <a:latin typeface="EYInterstate Light"/>
            </a:endParaRPr>
          </a:p>
          <a:p>
            <a:pPr marL="534035" lvl="1" indent="-266700"/>
            <a:endParaRPr lang="en-US" sz="1600" dirty="0">
              <a:latin typeface="EYInterstate Light"/>
            </a:endParaRPr>
          </a:p>
          <a:p>
            <a:pPr marL="0" indent="0">
              <a:buNone/>
            </a:pPr>
            <a:endParaRPr lang="en-US" sz="1600" b="1" dirty="0">
              <a:latin typeface="EYInterstate Light"/>
            </a:endParaRPr>
          </a:p>
        </p:txBody>
      </p:sp>
    </p:spTree>
    <p:extLst>
      <p:ext uri="{BB962C8B-B14F-4D97-AF65-F5344CB8AC3E}">
        <p14:creationId xmlns:p14="http://schemas.microsoft.com/office/powerpoint/2010/main" val="232536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11E-6C41-4B0F-83A3-5F979449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98710"/>
            <a:ext cx="8795459" cy="406627"/>
          </a:xfrm>
        </p:spPr>
        <p:txBody>
          <a:bodyPr/>
          <a:lstStyle/>
          <a:p>
            <a:r>
              <a:rPr lang="en-US" dirty="0">
                <a:latin typeface="EYInterstate Light"/>
                <a:cs typeface="Arial"/>
              </a:rPr>
              <a:t>FY25Q1.1 - Publish from FY25 when FY24 is archived</a:t>
            </a:r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A3446-4291-42DF-BE03-F46BEBF6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5F12-9236-45E8-96D1-F6A2C4A63F39}" type="datetime3">
              <a:rPr lang="en-US" smtClean="0"/>
              <a:t>18 July 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E8E16-D65A-41C6-B8D6-BF188097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3</a:t>
            </a:fld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6BBA7-ECBD-43FE-BD24-DF254C207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72" y="1085596"/>
            <a:ext cx="8278631" cy="5270380"/>
          </a:xfrm>
        </p:spPr>
        <p:txBody>
          <a:bodyPr/>
          <a:lstStyle/>
          <a:p>
            <a:pPr marL="266700" indent="-266700"/>
            <a:r>
              <a:rPr lang="en-US" sz="1600" b="1" u="sng" dirty="0">
                <a:latin typeface="EYInterstate Light"/>
              </a:rPr>
              <a:t>OPTION – B (PUBLISH 24/25 FYs of DATA) - FUTURE</a:t>
            </a:r>
          </a:p>
          <a:p>
            <a:pPr marL="266700" indent="-266700"/>
            <a:endParaRPr lang="en-US" sz="1050" b="1" u="sng" dirty="0">
              <a:latin typeface="EYInterstate Light"/>
            </a:endParaRP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Update the </a:t>
            </a:r>
            <a:r>
              <a:rPr lang="en-US" sz="1400" dirty="0" err="1">
                <a:latin typeface="EYInterstate Light"/>
              </a:rPr>
              <a:t>UniqueControlID</a:t>
            </a:r>
            <a:endParaRPr lang="en-US" sz="1400" dirty="0">
              <a:latin typeface="EYInterstate Light"/>
            </a:endParaRP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Ensure that uniqueness is based not only on </a:t>
            </a:r>
            <a:r>
              <a:rPr lang="en-US" sz="1400" dirty="0" err="1">
                <a:latin typeface="EYInterstate Light"/>
              </a:rPr>
              <a:t>UniqueId</a:t>
            </a:r>
            <a:r>
              <a:rPr lang="en-US" sz="1400" dirty="0">
                <a:latin typeface="EYInterstate Light"/>
              </a:rPr>
              <a:t> but also on </a:t>
            </a:r>
            <a:r>
              <a:rPr lang="en-US" sz="1400" dirty="0" err="1">
                <a:latin typeface="EYInterstate Light"/>
              </a:rPr>
              <a:t>UniqueID</a:t>
            </a:r>
            <a:r>
              <a:rPr lang="en-US" sz="1400" dirty="0">
                <a:latin typeface="EYInterstate Light"/>
              </a:rPr>
              <a:t> + </a:t>
            </a:r>
            <a:r>
              <a:rPr lang="en-US" sz="1400" dirty="0" err="1">
                <a:latin typeface="EYInterstate Light"/>
              </a:rPr>
              <a:t>FiscalYear</a:t>
            </a:r>
            <a:endParaRPr lang="en-US" sz="1400" dirty="0">
              <a:latin typeface="EYInterstate Light"/>
            </a:endParaRP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Limit queries to data with </a:t>
            </a:r>
            <a:r>
              <a:rPr lang="en-US" sz="1400" dirty="0" err="1">
                <a:latin typeface="EYInterstate Light"/>
              </a:rPr>
              <a:t>IsReadonly</a:t>
            </a:r>
            <a:r>
              <a:rPr lang="en-US" sz="1400" dirty="0">
                <a:latin typeface="EYInterstate Light"/>
              </a:rPr>
              <a:t> set to false for processing two years’ worth of data</a:t>
            </a: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Validate that all events consider the fiscal year (FY) from the objects in all scripts (Confirm with the business team that NTW 2024 won’t be published until the 5.0 release)</a:t>
            </a: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Perform cleanup of archived data from </a:t>
            </a:r>
            <a:r>
              <a:rPr lang="en-US" sz="1400" dirty="0" err="1">
                <a:latin typeface="EYInterstate Light"/>
              </a:rPr>
              <a:t>keycontrol</a:t>
            </a:r>
            <a:r>
              <a:rPr lang="en-US" sz="1400" dirty="0">
                <a:latin typeface="EYInterstate Light"/>
              </a:rPr>
              <a:t>/process/</a:t>
            </a:r>
            <a:r>
              <a:rPr lang="en-US" sz="1400" dirty="0" err="1">
                <a:latin typeface="EYInterstate Light"/>
              </a:rPr>
              <a:t>qr</a:t>
            </a:r>
            <a:r>
              <a:rPr lang="en-US" sz="1400" dirty="0">
                <a:latin typeface="EYInterstate Light"/>
              </a:rPr>
              <a:t>/</a:t>
            </a:r>
            <a:r>
              <a:rPr lang="en-US" sz="1400" dirty="0" err="1">
                <a:latin typeface="EYInterstate Light"/>
              </a:rPr>
              <a:t>sr</a:t>
            </a:r>
            <a:r>
              <a:rPr lang="en-US" sz="1400" dirty="0">
                <a:latin typeface="EYInterstate Light"/>
              </a:rPr>
              <a:t>, excluding the entity</a:t>
            </a:r>
          </a:p>
          <a:p>
            <a:pPr marL="800719" lvl="2" indent="-266700" algn="just">
              <a:lnSpc>
                <a:spcPct val="150000"/>
              </a:lnSpc>
            </a:pPr>
            <a:r>
              <a:rPr lang="en-US" sz="1200" dirty="0">
                <a:latin typeface="EYInterstate Light"/>
              </a:rPr>
              <a:t>Possible migration needed from both SDT and SMT</a:t>
            </a: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Ensure that SMT can consume data for the same entities, distinguishing them by fiscal year within the same file</a:t>
            </a: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Avoid separate folders for CSVs based on different fiscal years in SMT (e.g., Publish, Publish2, Publish3) to maintain reference to previously sent data</a:t>
            </a: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This option should be considered at the start of the release, where SMT will also be ready to work with 2 active years after their architecture is setup</a:t>
            </a:r>
          </a:p>
          <a:p>
            <a:pPr marL="533400" lvl="1" indent="-266700" algn="just">
              <a:lnSpc>
                <a:spcPct val="150000"/>
              </a:lnSpc>
            </a:pPr>
            <a:r>
              <a:rPr lang="en-US" sz="1400" dirty="0">
                <a:latin typeface="EYInterstate Light"/>
              </a:rPr>
              <a:t>Remove FY check at Documentation query and add on the ‘</a:t>
            </a:r>
            <a:r>
              <a:rPr lang="en-US" sz="1400" dirty="0" err="1">
                <a:latin typeface="EYInterstate Light"/>
              </a:rPr>
              <a:t>isPublishQueryRun</a:t>
            </a:r>
            <a:r>
              <a:rPr lang="en-US" sz="1400" dirty="0">
                <a:latin typeface="EYInterstate Light"/>
              </a:rPr>
              <a:t>’</a:t>
            </a:r>
          </a:p>
          <a:p>
            <a:pPr marL="534035" lvl="2" indent="0">
              <a:buNone/>
            </a:pPr>
            <a:endParaRPr lang="en-US" sz="1500" dirty="0">
              <a:latin typeface="EYInterstate Light"/>
            </a:endParaRPr>
          </a:p>
          <a:p>
            <a:pPr marL="534035" lvl="1" indent="-266700"/>
            <a:endParaRPr lang="en-US" sz="1600" dirty="0">
              <a:latin typeface="EYInterstate Light"/>
            </a:endParaRPr>
          </a:p>
          <a:p>
            <a:pPr marL="0" indent="0">
              <a:buNone/>
            </a:pPr>
            <a:endParaRPr lang="en-US" sz="1600" b="1" dirty="0">
              <a:latin typeface="EYInterstat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09586792"/>
      </p:ext>
    </p:extLst>
  </p:cSld>
  <p:clrMapOvr>
    <a:masterClrMapping/>
  </p:clrMapOvr>
</p:sld>
</file>

<file path=ppt/theme/theme1.xml><?xml version="1.0" encoding="utf-8"?>
<a:theme xmlns:a="http://schemas.openxmlformats.org/drawingml/2006/main" name="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70D5E770-E04A-461B-8456-F6738B8BE2E4}" vid="{F52AAF16-9B59-4DE1-94DD-2FF8D6A8C858}"/>
    </a:ext>
  </a:extLst>
</a:theme>
</file>

<file path=ppt/theme/theme2.xml><?xml version="1.0" encoding="utf-8"?>
<a:theme xmlns:a="http://schemas.openxmlformats.org/drawingml/2006/main" name="EY light background">
  <a:themeElements>
    <a:clrScheme name="Custom 26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51a44eb3-1924-44f1-b114-5fa5f1cf330f" xsi:nil="true"/>
    <KeepitatTop xmlns="51a44eb3-1924-44f1-b114-5fa5f1cf330f">false</KeepitatTop>
    <SharedWithUsers xmlns="48244365-721a-4836-8289-dc3dd0b65e47">
      <UserInfo>
        <DisplayName>Rajesh Narayanan</DisplayName>
        <AccountId>66</AccountId>
        <AccountType/>
      </UserInfo>
      <UserInfo>
        <DisplayName>Saran Sathyan</DisplayName>
        <AccountId>205</AccountId>
        <AccountType/>
      </UserInfo>
      <UserInfo>
        <DisplayName>Ram Pawar</DisplayName>
        <AccountId>13</AccountId>
        <AccountType/>
      </UserInfo>
    </SharedWithUsers>
    <lcf76f155ced4ddcb4097134ff3c332f xmlns="51a44eb3-1924-44f1-b114-5fa5f1cf330f">
      <Terms xmlns="http://schemas.microsoft.com/office/infopath/2007/PartnerControls"/>
    </lcf76f155ced4ddcb4097134ff3c332f>
    <TaxCatchAll xmlns="50c908b1-f277-4340-90a9-4611d0b0f07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BED21A085510489B44A7230C4B4E4B" ma:contentTypeVersion="17" ma:contentTypeDescription="Create a new document." ma:contentTypeScope="" ma:versionID="cdb05620b333bfc9e8f1af4843669e68">
  <xsd:schema xmlns:xsd="http://www.w3.org/2001/XMLSchema" xmlns:xs="http://www.w3.org/2001/XMLSchema" xmlns:p="http://schemas.microsoft.com/office/2006/metadata/properties" xmlns:ns2="51a44eb3-1924-44f1-b114-5fa5f1cf330f" xmlns:ns3="48244365-721a-4836-8289-dc3dd0b65e47" xmlns:ns4="50c908b1-f277-4340-90a9-4611d0b0f078" targetNamespace="http://schemas.microsoft.com/office/2006/metadata/properties" ma:root="true" ma:fieldsID="cd6a533c43a18b68e1c4986eee03dca9" ns2:_="" ns3:_="" ns4:_="">
    <xsd:import namespace="51a44eb3-1924-44f1-b114-5fa5f1cf330f"/>
    <xsd:import namespace="48244365-721a-4836-8289-dc3dd0b65e47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Comments" minOccurs="0"/>
                <xsd:element ref="ns2:MediaLengthInSeconds" minOccurs="0"/>
                <xsd:element ref="ns2:KeepitatTop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a44eb3-1924-44f1-b114-5fa5f1cf33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Comments" ma:index="19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KeepitatTop" ma:index="21" nillable="true" ma:displayName="Keep it at Top" ma:default="0" ma:format="Dropdown" ma:internalName="KeepitatTop">
      <xsd:simpleType>
        <xsd:restriction base="dms:Boolea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244365-721a-4836-8289-dc3dd0b65e4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8c88ac06-b054-4392-b3ba-5b062c3ece92}" ma:internalName="TaxCatchAll" ma:showField="CatchAllData" ma:web="48244365-721a-4836-8289-dc3dd0b65e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5907C2-0AF0-42A0-B2A9-820161C831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036FF5-7195-44A3-8F36-548ED38B3DAD}">
  <ds:schemaRefs>
    <ds:schemaRef ds:uri="48244365-721a-4836-8289-dc3dd0b65e47"/>
    <ds:schemaRef ds:uri="50c908b1-f277-4340-90a9-4611d0b0f078"/>
    <ds:schemaRef ds:uri="51a44eb3-1924-44f1-b114-5fa5f1cf330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37FBA02-6F24-4106-9482-74BB69F13087}">
  <ds:schemaRefs>
    <ds:schemaRef ds:uri="48244365-721a-4836-8289-dc3dd0b65e47"/>
    <ds:schemaRef ds:uri="50c908b1-f277-4340-90a9-4611d0b0f078"/>
    <ds:schemaRef ds:uri="51a44eb3-1924-44f1-b114-5fa5f1cf33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EY regular presentation 2015 v1</Template>
  <TotalTime>118</TotalTime>
  <Words>379</Words>
  <Application>Microsoft Office PowerPoint</Application>
  <PresentationFormat>On-screen Show (4:3)</PresentationFormat>
  <Paragraphs>39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EYInterstate</vt:lpstr>
      <vt:lpstr>EYInterstate Light</vt:lpstr>
      <vt:lpstr>Georgia</vt:lpstr>
      <vt:lpstr>EY dark background</vt:lpstr>
      <vt:lpstr>EY light background</vt:lpstr>
      <vt:lpstr>SQM Documentation -  FY25Q1.1 – Initiate publish from FY25 when FY24 is completely archived     </vt:lpstr>
      <vt:lpstr>FY25Q1.1 - Publish from FY25 when FY24 is archived</vt:lpstr>
      <vt:lpstr>FY25Q1.1 - Publish from FY25 when FY24 is archived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Q4.3 Spring features – Planned 60 (committed - 51, stretch – 9)</dc:title>
  <dc:creator>James E Ball</dc:creator>
  <cp:keywords/>
  <cp:lastModifiedBy>Mohamed Faizal</cp:lastModifiedBy>
  <cp:revision>6</cp:revision>
  <dcterms:created xsi:type="dcterms:W3CDTF">2020-06-09T18:29:40Z</dcterms:created>
  <dcterms:modified xsi:type="dcterms:W3CDTF">2024-07-18T17:55:32Z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0x01010048BED21A085510489B44A7230C4B4E4B</vt:lpwstr>
  </property>
  <property fmtid="{D5CDD505-2E9C-101B-9397-08002B2CF9AE}" pid="3" name="_dlc_DocIdItemGuid">
    <vt:lpwstr>9eb6fef8-49d4-4549-b11a-cec24e42a364</vt:lpwstr>
  </property>
  <property fmtid="{D5CDD505-2E9C-101B-9397-08002B2CF9AE}" pid="4" name="MediaServiceImageTags">
    <vt:lpwstr/>
  </property>
</Properties>
</file>